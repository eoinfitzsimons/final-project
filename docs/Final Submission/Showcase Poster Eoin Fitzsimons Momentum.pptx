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handoutMasterIdLst>
    <p:handoutMasterId r:id="rId4"/>
  </p:handoutMasterIdLst>
  <p:sldIdLst>
    <p:sldId id="256" r:id="rId2"/>
  </p:sldIdLst>
  <p:sldSz cx="15119350" cy="21383625"/>
  <p:notesSz cx="20931188" cy="298148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35" userDrawn="1">
          <p15:clr>
            <a:srgbClr val="A4A3A4"/>
          </p15:clr>
        </p15:guide>
        <p15:guide id="2" pos="47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223C"/>
    <a:srgbClr val="FF9900"/>
    <a:srgbClr val="FFCC00"/>
    <a:srgbClr val="FF0066"/>
    <a:srgbClr val="990033"/>
    <a:srgbClr val="CC3300"/>
    <a:srgbClr val="CC0000"/>
    <a:srgbClr val="FF0000"/>
    <a:srgbClr val="0033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877051-BEE0-489F-8439-7BBDE0EDC9A4}" v="21" dt="2024-03-07T08:30:59.6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84" autoAdjust="0"/>
    <p:restoredTop sz="99115" autoAdjust="0"/>
  </p:normalViewPr>
  <p:slideViewPr>
    <p:cSldViewPr snapToGrid="0">
      <p:cViewPr varScale="1">
        <p:scale>
          <a:sx n="52" d="100"/>
          <a:sy n="52" d="100"/>
        </p:scale>
        <p:origin x="4602" y="120"/>
      </p:cViewPr>
      <p:guideLst>
        <p:guide orient="horz" pos="6735"/>
        <p:guide pos="476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 Id="rId9"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9066303" cy="1491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89638" tIns="144818" rIns="289638" bIns="144818" numCol="1" anchor="t" anchorCtr="0" compatLnSpc="1">
            <a:prstTxWarp prst="textNoShape">
              <a:avLst/>
            </a:prstTxWarp>
          </a:bodyPr>
          <a:lstStyle>
            <a:lvl1pPr defTabSz="2896293">
              <a:defRPr sz="4100"/>
            </a:lvl1pPr>
          </a:lstStyle>
          <a:p>
            <a:pPr>
              <a:defRPr/>
            </a:pPr>
            <a:endParaRPr lang="en-GB" dirty="0"/>
          </a:p>
        </p:txBody>
      </p:sp>
      <p:sp>
        <p:nvSpPr>
          <p:cNvPr id="8195" name="Rectangle 3"/>
          <p:cNvSpPr>
            <a:spLocks noGrp="1" noChangeArrowheads="1"/>
          </p:cNvSpPr>
          <p:nvPr>
            <p:ph type="dt" sz="quarter" idx="1"/>
          </p:nvPr>
        </p:nvSpPr>
        <p:spPr bwMode="auto">
          <a:xfrm>
            <a:off x="11864885" y="0"/>
            <a:ext cx="9066303" cy="1491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89638" tIns="144818" rIns="289638" bIns="144818" numCol="1" anchor="t" anchorCtr="0" compatLnSpc="1">
            <a:prstTxWarp prst="textNoShape">
              <a:avLst/>
            </a:prstTxWarp>
          </a:bodyPr>
          <a:lstStyle>
            <a:lvl1pPr algn="r" defTabSz="2896293">
              <a:defRPr sz="4100"/>
            </a:lvl1pPr>
          </a:lstStyle>
          <a:p>
            <a:pPr>
              <a:defRPr/>
            </a:pPr>
            <a:endParaRPr lang="en-GB" dirty="0"/>
          </a:p>
        </p:txBody>
      </p:sp>
      <p:sp>
        <p:nvSpPr>
          <p:cNvPr id="8196" name="Rectangle 4"/>
          <p:cNvSpPr>
            <a:spLocks noGrp="1" noChangeArrowheads="1"/>
          </p:cNvSpPr>
          <p:nvPr>
            <p:ph type="ftr" sz="quarter" idx="2"/>
          </p:nvPr>
        </p:nvSpPr>
        <p:spPr bwMode="auto">
          <a:xfrm>
            <a:off x="0" y="28323434"/>
            <a:ext cx="9066303" cy="1491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89638" tIns="144818" rIns="289638" bIns="144818" numCol="1" anchor="b" anchorCtr="0" compatLnSpc="1">
            <a:prstTxWarp prst="textNoShape">
              <a:avLst/>
            </a:prstTxWarp>
          </a:bodyPr>
          <a:lstStyle>
            <a:lvl1pPr defTabSz="2896293">
              <a:defRPr sz="4100"/>
            </a:lvl1pPr>
          </a:lstStyle>
          <a:p>
            <a:pPr>
              <a:defRPr/>
            </a:pPr>
            <a:endParaRPr lang="en-GB" dirty="0"/>
          </a:p>
        </p:txBody>
      </p:sp>
      <p:sp>
        <p:nvSpPr>
          <p:cNvPr id="8197" name="Rectangle 5"/>
          <p:cNvSpPr>
            <a:spLocks noGrp="1" noChangeArrowheads="1"/>
          </p:cNvSpPr>
          <p:nvPr>
            <p:ph type="sldNum" sz="quarter" idx="3"/>
          </p:nvPr>
        </p:nvSpPr>
        <p:spPr bwMode="auto">
          <a:xfrm>
            <a:off x="11864885" y="28323434"/>
            <a:ext cx="9066303" cy="1491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89638" tIns="144818" rIns="289638" bIns="144818" numCol="1" anchor="b" anchorCtr="0" compatLnSpc="1">
            <a:prstTxWarp prst="textNoShape">
              <a:avLst/>
            </a:prstTxWarp>
          </a:bodyPr>
          <a:lstStyle>
            <a:lvl1pPr algn="r" defTabSz="2896293">
              <a:defRPr sz="4100"/>
            </a:lvl1pPr>
          </a:lstStyle>
          <a:p>
            <a:pPr>
              <a:defRPr/>
            </a:pPr>
            <a:fld id="{648A7A0A-DDFF-4C5C-9686-C8984E5AE532}" type="slidenum">
              <a:rPr lang="en-GB"/>
              <a:pPr>
                <a:defRPr/>
              </a:pPr>
              <a:t>‹#›</a:t>
            </a:fld>
            <a:endParaRPr lang="en-GB" dirty="0"/>
          </a:p>
        </p:txBody>
      </p:sp>
    </p:spTree>
    <p:extLst>
      <p:ext uri="{BB962C8B-B14F-4D97-AF65-F5344CB8AC3E}">
        <p14:creationId xmlns:p14="http://schemas.microsoft.com/office/powerpoint/2010/main" val="13979381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9066303" cy="1491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89638" tIns="144818" rIns="289638" bIns="144818" numCol="1" anchor="t" anchorCtr="0" compatLnSpc="1">
            <a:prstTxWarp prst="textNoShape">
              <a:avLst/>
            </a:prstTxWarp>
          </a:bodyPr>
          <a:lstStyle>
            <a:lvl1pPr defTabSz="2896293">
              <a:defRPr sz="4100"/>
            </a:lvl1pPr>
          </a:lstStyle>
          <a:p>
            <a:pPr>
              <a:defRPr/>
            </a:pPr>
            <a:endParaRPr lang="en-IE" dirty="0"/>
          </a:p>
        </p:txBody>
      </p:sp>
      <p:sp>
        <p:nvSpPr>
          <p:cNvPr id="5123" name="Rectangle 3"/>
          <p:cNvSpPr>
            <a:spLocks noGrp="1" noChangeArrowheads="1"/>
          </p:cNvSpPr>
          <p:nvPr>
            <p:ph type="dt" idx="1"/>
          </p:nvPr>
        </p:nvSpPr>
        <p:spPr bwMode="auto">
          <a:xfrm>
            <a:off x="11855191" y="0"/>
            <a:ext cx="9071150" cy="1491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89638" tIns="144818" rIns="289638" bIns="144818" numCol="1" anchor="t" anchorCtr="0" compatLnSpc="1">
            <a:prstTxWarp prst="textNoShape">
              <a:avLst/>
            </a:prstTxWarp>
          </a:bodyPr>
          <a:lstStyle>
            <a:lvl1pPr algn="r" defTabSz="2896293">
              <a:defRPr sz="4100"/>
            </a:lvl1pPr>
          </a:lstStyle>
          <a:p>
            <a:pPr>
              <a:defRPr/>
            </a:pPr>
            <a:endParaRPr lang="en-IE" dirty="0"/>
          </a:p>
        </p:txBody>
      </p:sp>
      <p:sp>
        <p:nvSpPr>
          <p:cNvPr id="3076" name="Rectangle 4"/>
          <p:cNvSpPr>
            <a:spLocks noGrp="1" noRot="1" noChangeAspect="1" noChangeArrowheads="1" noTextEdit="1"/>
          </p:cNvSpPr>
          <p:nvPr>
            <p:ph type="sldImg" idx="2"/>
          </p:nvPr>
        </p:nvSpPr>
        <p:spPr bwMode="auto">
          <a:xfrm>
            <a:off x="6513513" y="2243138"/>
            <a:ext cx="7899400" cy="11172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p:cNvSpPr>
            <a:spLocks noGrp="1" noChangeArrowheads="1"/>
          </p:cNvSpPr>
          <p:nvPr>
            <p:ph type="body" sz="quarter" idx="3"/>
          </p:nvPr>
        </p:nvSpPr>
        <p:spPr bwMode="auto">
          <a:xfrm>
            <a:off x="2095710" y="14160891"/>
            <a:ext cx="16744626" cy="13414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89638" tIns="144818" rIns="289638" bIns="144818" numCol="1" anchor="t" anchorCtr="0" compatLnSpc="1">
            <a:prstTxWarp prst="textNoShape">
              <a:avLst/>
            </a:prstTxWarp>
          </a:bodyPr>
          <a:lstStyle/>
          <a:p>
            <a:pPr lvl="0"/>
            <a:r>
              <a:rPr lang="en-IE" noProof="0"/>
              <a:t>Click to edit Master text styles</a:t>
            </a:r>
          </a:p>
          <a:p>
            <a:pPr lvl="1"/>
            <a:r>
              <a:rPr lang="en-IE" noProof="0"/>
              <a:t>Second level</a:t>
            </a:r>
          </a:p>
          <a:p>
            <a:pPr lvl="2"/>
            <a:r>
              <a:rPr lang="en-IE" noProof="0"/>
              <a:t>Third level</a:t>
            </a:r>
          </a:p>
          <a:p>
            <a:pPr lvl="3"/>
            <a:r>
              <a:rPr lang="en-IE" noProof="0"/>
              <a:t>Fourth level</a:t>
            </a:r>
          </a:p>
          <a:p>
            <a:pPr lvl="4"/>
            <a:r>
              <a:rPr lang="en-IE" noProof="0"/>
              <a:t>Fifth level</a:t>
            </a:r>
          </a:p>
        </p:txBody>
      </p:sp>
      <p:sp>
        <p:nvSpPr>
          <p:cNvPr id="5126" name="Rectangle 6"/>
          <p:cNvSpPr>
            <a:spLocks noGrp="1" noChangeArrowheads="1"/>
          </p:cNvSpPr>
          <p:nvPr>
            <p:ph type="ftr" sz="quarter" idx="4"/>
          </p:nvPr>
        </p:nvSpPr>
        <p:spPr bwMode="auto">
          <a:xfrm>
            <a:off x="0" y="28318467"/>
            <a:ext cx="9066303" cy="1491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89638" tIns="144818" rIns="289638" bIns="144818" numCol="1" anchor="b" anchorCtr="0" compatLnSpc="1">
            <a:prstTxWarp prst="textNoShape">
              <a:avLst/>
            </a:prstTxWarp>
          </a:bodyPr>
          <a:lstStyle>
            <a:lvl1pPr defTabSz="2896293">
              <a:defRPr sz="4100"/>
            </a:lvl1pPr>
          </a:lstStyle>
          <a:p>
            <a:pPr>
              <a:defRPr/>
            </a:pPr>
            <a:endParaRPr lang="en-IE" dirty="0"/>
          </a:p>
        </p:txBody>
      </p:sp>
      <p:sp>
        <p:nvSpPr>
          <p:cNvPr id="5127" name="Rectangle 7"/>
          <p:cNvSpPr>
            <a:spLocks noGrp="1" noChangeArrowheads="1"/>
          </p:cNvSpPr>
          <p:nvPr>
            <p:ph type="sldNum" sz="quarter" idx="5"/>
          </p:nvPr>
        </p:nvSpPr>
        <p:spPr bwMode="auto">
          <a:xfrm>
            <a:off x="11855191" y="28318467"/>
            <a:ext cx="9071150" cy="1491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89638" tIns="144818" rIns="289638" bIns="144818" numCol="1" anchor="b" anchorCtr="0" compatLnSpc="1">
            <a:prstTxWarp prst="textNoShape">
              <a:avLst/>
            </a:prstTxWarp>
          </a:bodyPr>
          <a:lstStyle>
            <a:lvl1pPr algn="r" defTabSz="2896293">
              <a:defRPr sz="4100"/>
            </a:lvl1pPr>
          </a:lstStyle>
          <a:p>
            <a:pPr>
              <a:defRPr/>
            </a:pPr>
            <a:fld id="{E95AF864-A82A-4668-8EB0-8BEC5FCA0CDE}" type="slidenum">
              <a:rPr lang="en-IE"/>
              <a:pPr>
                <a:defRPr/>
              </a:pPr>
              <a:t>‹#›</a:t>
            </a:fld>
            <a:endParaRPr lang="en-IE" dirty="0"/>
          </a:p>
        </p:txBody>
      </p:sp>
    </p:spTree>
    <p:extLst>
      <p:ext uri="{BB962C8B-B14F-4D97-AF65-F5344CB8AC3E}">
        <p14:creationId xmlns:p14="http://schemas.microsoft.com/office/powerpoint/2010/main" val="29764855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4" kern="1200">
        <a:solidFill>
          <a:schemeClr val="tx1"/>
        </a:solidFill>
        <a:latin typeface="Times New Roman" pitchFamily="18" charset="0"/>
        <a:ea typeface="+mn-ea"/>
        <a:cs typeface="+mn-cs"/>
      </a:defRPr>
    </a:lvl1pPr>
    <a:lvl2pPr marL="610860" algn="l" rtl="0" eaLnBrk="0" fontAlgn="base" hangingPunct="0">
      <a:spcBef>
        <a:spcPct val="30000"/>
      </a:spcBef>
      <a:spcAft>
        <a:spcPct val="0"/>
      </a:spcAft>
      <a:defRPr sz="1604" kern="1200">
        <a:solidFill>
          <a:schemeClr val="tx1"/>
        </a:solidFill>
        <a:latin typeface="Times New Roman" pitchFamily="18" charset="0"/>
        <a:ea typeface="+mn-ea"/>
        <a:cs typeface="+mn-cs"/>
      </a:defRPr>
    </a:lvl2pPr>
    <a:lvl3pPr marL="1221720" algn="l" rtl="0" eaLnBrk="0" fontAlgn="base" hangingPunct="0">
      <a:spcBef>
        <a:spcPct val="30000"/>
      </a:spcBef>
      <a:spcAft>
        <a:spcPct val="0"/>
      </a:spcAft>
      <a:defRPr sz="1604" kern="1200">
        <a:solidFill>
          <a:schemeClr val="tx1"/>
        </a:solidFill>
        <a:latin typeface="Times New Roman" pitchFamily="18" charset="0"/>
        <a:ea typeface="+mn-ea"/>
        <a:cs typeface="+mn-cs"/>
      </a:defRPr>
    </a:lvl3pPr>
    <a:lvl4pPr marL="1832580" algn="l" rtl="0" eaLnBrk="0" fontAlgn="base" hangingPunct="0">
      <a:spcBef>
        <a:spcPct val="30000"/>
      </a:spcBef>
      <a:spcAft>
        <a:spcPct val="0"/>
      </a:spcAft>
      <a:defRPr sz="1604" kern="1200">
        <a:solidFill>
          <a:schemeClr val="tx1"/>
        </a:solidFill>
        <a:latin typeface="Times New Roman" pitchFamily="18" charset="0"/>
        <a:ea typeface="+mn-ea"/>
        <a:cs typeface="+mn-cs"/>
      </a:defRPr>
    </a:lvl4pPr>
    <a:lvl5pPr marL="2443440" algn="l" rtl="0" eaLnBrk="0" fontAlgn="base" hangingPunct="0">
      <a:spcBef>
        <a:spcPct val="30000"/>
      </a:spcBef>
      <a:spcAft>
        <a:spcPct val="0"/>
      </a:spcAft>
      <a:defRPr sz="1604" kern="1200">
        <a:solidFill>
          <a:schemeClr val="tx1"/>
        </a:solidFill>
        <a:latin typeface="Times New Roman" pitchFamily="18" charset="0"/>
        <a:ea typeface="+mn-ea"/>
        <a:cs typeface="+mn-cs"/>
      </a:defRPr>
    </a:lvl5pPr>
    <a:lvl6pPr marL="3054300" algn="l" defTabSz="1221720" rtl="0" eaLnBrk="1" latinLnBrk="0" hangingPunct="1">
      <a:defRPr sz="1604" kern="1200">
        <a:solidFill>
          <a:schemeClr val="tx1"/>
        </a:solidFill>
        <a:latin typeface="+mn-lt"/>
        <a:ea typeface="+mn-ea"/>
        <a:cs typeface="+mn-cs"/>
      </a:defRPr>
    </a:lvl6pPr>
    <a:lvl7pPr marL="3665159" algn="l" defTabSz="1221720" rtl="0" eaLnBrk="1" latinLnBrk="0" hangingPunct="1">
      <a:defRPr sz="1604" kern="1200">
        <a:solidFill>
          <a:schemeClr val="tx1"/>
        </a:solidFill>
        <a:latin typeface="+mn-lt"/>
        <a:ea typeface="+mn-ea"/>
        <a:cs typeface="+mn-cs"/>
      </a:defRPr>
    </a:lvl7pPr>
    <a:lvl8pPr marL="4276020" algn="l" defTabSz="1221720" rtl="0" eaLnBrk="1" latinLnBrk="0" hangingPunct="1">
      <a:defRPr sz="1604" kern="1200">
        <a:solidFill>
          <a:schemeClr val="tx1"/>
        </a:solidFill>
        <a:latin typeface="+mn-lt"/>
        <a:ea typeface="+mn-ea"/>
        <a:cs typeface="+mn-cs"/>
      </a:defRPr>
    </a:lvl8pPr>
    <a:lvl9pPr marL="4886878" algn="l" defTabSz="1221720" rtl="0" eaLnBrk="1" latinLnBrk="0" hangingPunct="1">
      <a:defRPr sz="160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defTabSz="2896293" eaLnBrk="0" hangingPunct="0">
              <a:defRPr sz="2300">
                <a:solidFill>
                  <a:schemeClr val="tx1"/>
                </a:solidFill>
                <a:latin typeface="Times New Roman" pitchFamily="18" charset="0"/>
              </a:defRPr>
            </a:lvl1pPr>
            <a:lvl2pPr marL="766229" indent="-294706" defTabSz="2896293" eaLnBrk="0" hangingPunct="0">
              <a:defRPr sz="2300">
                <a:solidFill>
                  <a:schemeClr val="tx1"/>
                </a:solidFill>
                <a:latin typeface="Times New Roman" pitchFamily="18" charset="0"/>
              </a:defRPr>
            </a:lvl2pPr>
            <a:lvl3pPr marL="1178819" indent="-235760" defTabSz="2896293" eaLnBrk="0" hangingPunct="0">
              <a:defRPr sz="2300">
                <a:solidFill>
                  <a:schemeClr val="tx1"/>
                </a:solidFill>
                <a:latin typeface="Times New Roman" pitchFamily="18" charset="0"/>
              </a:defRPr>
            </a:lvl3pPr>
            <a:lvl4pPr marL="1650346" indent="-235760" defTabSz="2896293" eaLnBrk="0" hangingPunct="0">
              <a:defRPr sz="2300">
                <a:solidFill>
                  <a:schemeClr val="tx1"/>
                </a:solidFill>
                <a:latin typeface="Times New Roman" pitchFamily="18" charset="0"/>
              </a:defRPr>
            </a:lvl4pPr>
            <a:lvl5pPr marL="2121872" indent="-235760" defTabSz="2896293" eaLnBrk="0" hangingPunct="0">
              <a:defRPr sz="2300">
                <a:solidFill>
                  <a:schemeClr val="tx1"/>
                </a:solidFill>
                <a:latin typeface="Times New Roman" pitchFamily="18" charset="0"/>
              </a:defRPr>
            </a:lvl5pPr>
            <a:lvl6pPr marL="2593399" indent="-235760" defTabSz="2896293" eaLnBrk="0" fontAlgn="base" hangingPunct="0">
              <a:spcBef>
                <a:spcPct val="0"/>
              </a:spcBef>
              <a:spcAft>
                <a:spcPct val="0"/>
              </a:spcAft>
              <a:defRPr sz="2300">
                <a:solidFill>
                  <a:schemeClr val="tx1"/>
                </a:solidFill>
                <a:latin typeface="Times New Roman" pitchFamily="18" charset="0"/>
              </a:defRPr>
            </a:lvl6pPr>
            <a:lvl7pPr marL="3064929" indent="-235760" defTabSz="2896293" eaLnBrk="0" fontAlgn="base" hangingPunct="0">
              <a:spcBef>
                <a:spcPct val="0"/>
              </a:spcBef>
              <a:spcAft>
                <a:spcPct val="0"/>
              </a:spcAft>
              <a:defRPr sz="2300">
                <a:solidFill>
                  <a:schemeClr val="tx1"/>
                </a:solidFill>
                <a:latin typeface="Times New Roman" pitchFamily="18" charset="0"/>
              </a:defRPr>
            </a:lvl7pPr>
            <a:lvl8pPr marL="3536455" indent="-235760" defTabSz="2896293" eaLnBrk="0" fontAlgn="base" hangingPunct="0">
              <a:spcBef>
                <a:spcPct val="0"/>
              </a:spcBef>
              <a:spcAft>
                <a:spcPct val="0"/>
              </a:spcAft>
              <a:defRPr sz="2300">
                <a:solidFill>
                  <a:schemeClr val="tx1"/>
                </a:solidFill>
                <a:latin typeface="Times New Roman" pitchFamily="18" charset="0"/>
              </a:defRPr>
            </a:lvl8pPr>
            <a:lvl9pPr marL="4007985" indent="-235760" defTabSz="2896293" eaLnBrk="0" fontAlgn="base" hangingPunct="0">
              <a:spcBef>
                <a:spcPct val="0"/>
              </a:spcBef>
              <a:spcAft>
                <a:spcPct val="0"/>
              </a:spcAft>
              <a:defRPr sz="2300">
                <a:solidFill>
                  <a:schemeClr val="tx1"/>
                </a:solidFill>
                <a:latin typeface="Times New Roman" pitchFamily="18" charset="0"/>
              </a:defRPr>
            </a:lvl9pPr>
          </a:lstStyle>
          <a:p>
            <a:pPr eaLnBrk="1" hangingPunct="1"/>
            <a:fld id="{A5E7D94F-0212-434A-A3F3-AE0C0BE07F01}" type="slidenum">
              <a:rPr lang="en-IE" sz="4100"/>
              <a:pPr eaLnBrk="1" hangingPunct="1"/>
              <a:t>1</a:t>
            </a:fld>
            <a:endParaRPr lang="en-IE" sz="4100" dirty="0"/>
          </a:p>
        </p:txBody>
      </p:sp>
      <p:sp>
        <p:nvSpPr>
          <p:cNvPr id="4099" name="Rectangle 2"/>
          <p:cNvSpPr>
            <a:spLocks noGrp="1" noRot="1" noChangeAspect="1" noChangeArrowheads="1" noTextEdit="1"/>
          </p:cNvSpPr>
          <p:nvPr>
            <p:ph type="sldImg"/>
          </p:nvPr>
        </p:nvSpPr>
        <p:spPr>
          <a:xfrm>
            <a:off x="6513513" y="2243138"/>
            <a:ext cx="7899400" cy="11172825"/>
          </a:xfrm>
          <a:ln/>
        </p:spPr>
      </p:sp>
      <p:sp>
        <p:nvSpPr>
          <p:cNvPr id="4100" name="Rectangle 3"/>
          <p:cNvSpPr>
            <a:spLocks noGrp="1" noChangeArrowheads="1"/>
          </p:cNvSpPr>
          <p:nvPr>
            <p:ph type="body" idx="1"/>
          </p:nvPr>
        </p:nvSpPr>
        <p:spPr>
          <a:noFill/>
        </p:spPr>
        <p:txBody>
          <a:bodyPr/>
          <a:lstStyle/>
          <a:p>
            <a:pPr eaLnBrk="1" hangingPunct="1"/>
            <a:endParaRPr lang="en-IE"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A4F7A-4FF1-EFC2-6B25-64C3AA98EA0E}"/>
              </a:ext>
            </a:extLst>
          </p:cNvPr>
          <p:cNvSpPr>
            <a:spLocks noGrp="1"/>
          </p:cNvSpPr>
          <p:nvPr>
            <p:ph type="ctrTitle"/>
          </p:nvPr>
        </p:nvSpPr>
        <p:spPr>
          <a:xfrm>
            <a:off x="1889919" y="3499590"/>
            <a:ext cx="11339513" cy="7444669"/>
          </a:xfrm>
        </p:spPr>
        <p:txBody>
          <a:bodyPr anchor="b"/>
          <a:lstStyle>
            <a:lvl1pPr algn="ctr">
              <a:defRPr sz="7441"/>
            </a:lvl1pPr>
          </a:lstStyle>
          <a:p>
            <a:r>
              <a:rPr lang="en-US"/>
              <a:t>Click to edit Master title style</a:t>
            </a:r>
            <a:endParaRPr lang="en-IE"/>
          </a:p>
        </p:txBody>
      </p:sp>
      <p:sp>
        <p:nvSpPr>
          <p:cNvPr id="3" name="Subtitle 2">
            <a:extLst>
              <a:ext uri="{FF2B5EF4-FFF2-40B4-BE49-F238E27FC236}">
                <a16:creationId xmlns:a16="http://schemas.microsoft.com/office/drawing/2014/main" id="{4C5860F0-9941-AE12-6A94-1811F1838C2C}"/>
              </a:ext>
            </a:extLst>
          </p:cNvPr>
          <p:cNvSpPr>
            <a:spLocks noGrp="1"/>
          </p:cNvSpPr>
          <p:nvPr>
            <p:ph type="subTitle" idx="1"/>
          </p:nvPr>
        </p:nvSpPr>
        <p:spPr>
          <a:xfrm>
            <a:off x="1889919" y="11231355"/>
            <a:ext cx="11339513" cy="5162758"/>
          </a:xfrm>
        </p:spPr>
        <p:txBody>
          <a:bodyPr/>
          <a:lstStyle>
            <a:lvl1pPr marL="0" indent="0" algn="ctr">
              <a:buNone/>
              <a:defRPr sz="2976"/>
            </a:lvl1pPr>
            <a:lvl2pPr marL="566974" indent="0" algn="ctr">
              <a:buNone/>
              <a:defRPr sz="2480"/>
            </a:lvl2pPr>
            <a:lvl3pPr marL="1133947" indent="0" algn="ctr">
              <a:buNone/>
              <a:defRPr sz="2232"/>
            </a:lvl3pPr>
            <a:lvl4pPr marL="1700921" indent="0" algn="ctr">
              <a:buNone/>
              <a:defRPr sz="1984"/>
            </a:lvl4pPr>
            <a:lvl5pPr marL="2267895" indent="0" algn="ctr">
              <a:buNone/>
              <a:defRPr sz="1984"/>
            </a:lvl5pPr>
            <a:lvl6pPr marL="2834869" indent="0" algn="ctr">
              <a:buNone/>
              <a:defRPr sz="1984"/>
            </a:lvl6pPr>
            <a:lvl7pPr marL="3401842" indent="0" algn="ctr">
              <a:buNone/>
              <a:defRPr sz="1984"/>
            </a:lvl7pPr>
            <a:lvl8pPr marL="3968816" indent="0" algn="ctr">
              <a:buNone/>
              <a:defRPr sz="1984"/>
            </a:lvl8pPr>
            <a:lvl9pPr marL="4535790" indent="0" algn="ctr">
              <a:buNone/>
              <a:defRPr sz="1984"/>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2BB225A4-52AA-4656-927C-B8A03AEA125C}"/>
              </a:ext>
            </a:extLst>
          </p:cNvPr>
          <p:cNvSpPr>
            <a:spLocks noGrp="1"/>
          </p:cNvSpPr>
          <p:nvPr>
            <p:ph type="dt" sz="half" idx="10"/>
          </p:nvPr>
        </p:nvSpPr>
        <p:spPr/>
        <p:txBody>
          <a:bodyPr/>
          <a:lstStyle/>
          <a:p>
            <a:pPr>
              <a:defRPr/>
            </a:pPr>
            <a:endParaRPr lang="en-GB" dirty="0"/>
          </a:p>
        </p:txBody>
      </p:sp>
      <p:sp>
        <p:nvSpPr>
          <p:cNvPr id="5" name="Footer Placeholder 4">
            <a:extLst>
              <a:ext uri="{FF2B5EF4-FFF2-40B4-BE49-F238E27FC236}">
                <a16:creationId xmlns:a16="http://schemas.microsoft.com/office/drawing/2014/main" id="{EC05CD3D-47AA-0383-969A-8D6AAD1A24EC}"/>
              </a:ext>
            </a:extLst>
          </p:cNvPr>
          <p:cNvSpPr>
            <a:spLocks noGrp="1"/>
          </p:cNvSpPr>
          <p:nvPr>
            <p:ph type="ftr" sz="quarter" idx="11"/>
          </p:nvPr>
        </p:nvSpPr>
        <p:spPr/>
        <p:txBody>
          <a:bodyPr/>
          <a:lstStyle/>
          <a:p>
            <a:pPr>
              <a:defRPr/>
            </a:pPr>
            <a:endParaRPr lang="en-GB" dirty="0"/>
          </a:p>
        </p:txBody>
      </p:sp>
      <p:sp>
        <p:nvSpPr>
          <p:cNvPr id="6" name="Slide Number Placeholder 5">
            <a:extLst>
              <a:ext uri="{FF2B5EF4-FFF2-40B4-BE49-F238E27FC236}">
                <a16:creationId xmlns:a16="http://schemas.microsoft.com/office/drawing/2014/main" id="{E788B58F-E377-4646-E533-8FDE112D7A91}"/>
              </a:ext>
            </a:extLst>
          </p:cNvPr>
          <p:cNvSpPr>
            <a:spLocks noGrp="1"/>
          </p:cNvSpPr>
          <p:nvPr>
            <p:ph type="sldNum" sz="quarter" idx="12"/>
          </p:nvPr>
        </p:nvSpPr>
        <p:spPr/>
        <p:txBody>
          <a:bodyPr/>
          <a:lstStyle/>
          <a:p>
            <a:pPr>
              <a:defRPr/>
            </a:pPr>
            <a:fld id="{BDA48930-C9FB-407B-A8A7-DD510EEEBF60}" type="slidenum">
              <a:rPr lang="en-GB" smtClean="0"/>
              <a:pPr>
                <a:defRPr/>
              </a:pPr>
              <a:t>‹#›</a:t>
            </a:fld>
            <a:endParaRPr lang="en-GB" dirty="0"/>
          </a:p>
        </p:txBody>
      </p:sp>
    </p:spTree>
    <p:extLst>
      <p:ext uri="{BB962C8B-B14F-4D97-AF65-F5344CB8AC3E}">
        <p14:creationId xmlns:p14="http://schemas.microsoft.com/office/powerpoint/2010/main" val="4257104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3B392-D3DA-7FB6-B3C5-750343005EDC}"/>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7F988E59-6950-ED60-6C31-E4B2A79DFB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4AD63976-6999-B3F1-E295-72DA18992030}"/>
              </a:ext>
            </a:extLst>
          </p:cNvPr>
          <p:cNvSpPr>
            <a:spLocks noGrp="1"/>
          </p:cNvSpPr>
          <p:nvPr>
            <p:ph type="dt" sz="half" idx="10"/>
          </p:nvPr>
        </p:nvSpPr>
        <p:spPr/>
        <p:txBody>
          <a:bodyPr/>
          <a:lstStyle/>
          <a:p>
            <a:pPr>
              <a:defRPr/>
            </a:pPr>
            <a:endParaRPr lang="en-GB" dirty="0"/>
          </a:p>
        </p:txBody>
      </p:sp>
      <p:sp>
        <p:nvSpPr>
          <p:cNvPr id="5" name="Footer Placeholder 4">
            <a:extLst>
              <a:ext uri="{FF2B5EF4-FFF2-40B4-BE49-F238E27FC236}">
                <a16:creationId xmlns:a16="http://schemas.microsoft.com/office/drawing/2014/main" id="{8B8F7D58-5E2A-FA8B-0542-65A4331DFB05}"/>
              </a:ext>
            </a:extLst>
          </p:cNvPr>
          <p:cNvSpPr>
            <a:spLocks noGrp="1"/>
          </p:cNvSpPr>
          <p:nvPr>
            <p:ph type="ftr" sz="quarter" idx="11"/>
          </p:nvPr>
        </p:nvSpPr>
        <p:spPr/>
        <p:txBody>
          <a:bodyPr/>
          <a:lstStyle/>
          <a:p>
            <a:pPr>
              <a:defRPr/>
            </a:pPr>
            <a:endParaRPr lang="en-GB" dirty="0"/>
          </a:p>
        </p:txBody>
      </p:sp>
      <p:sp>
        <p:nvSpPr>
          <p:cNvPr id="6" name="Slide Number Placeholder 5">
            <a:extLst>
              <a:ext uri="{FF2B5EF4-FFF2-40B4-BE49-F238E27FC236}">
                <a16:creationId xmlns:a16="http://schemas.microsoft.com/office/drawing/2014/main" id="{1E9B4110-85C7-0B64-AE4B-028651A56B0E}"/>
              </a:ext>
            </a:extLst>
          </p:cNvPr>
          <p:cNvSpPr>
            <a:spLocks noGrp="1"/>
          </p:cNvSpPr>
          <p:nvPr>
            <p:ph type="sldNum" sz="quarter" idx="12"/>
          </p:nvPr>
        </p:nvSpPr>
        <p:spPr/>
        <p:txBody>
          <a:bodyPr/>
          <a:lstStyle/>
          <a:p>
            <a:pPr>
              <a:defRPr/>
            </a:pPr>
            <a:fld id="{B4F83949-5D3C-4274-A33B-89FC3BFCC236}" type="slidenum">
              <a:rPr lang="en-GB" smtClean="0"/>
              <a:pPr>
                <a:defRPr/>
              </a:pPr>
              <a:t>‹#›</a:t>
            </a:fld>
            <a:endParaRPr lang="en-GB" dirty="0"/>
          </a:p>
        </p:txBody>
      </p:sp>
    </p:spTree>
    <p:extLst>
      <p:ext uri="{BB962C8B-B14F-4D97-AF65-F5344CB8AC3E}">
        <p14:creationId xmlns:p14="http://schemas.microsoft.com/office/powerpoint/2010/main" val="1506489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D4D26-8920-AEE3-CB34-ADA1BF729B69}"/>
              </a:ext>
            </a:extLst>
          </p:cNvPr>
          <p:cNvSpPr>
            <a:spLocks noGrp="1"/>
          </p:cNvSpPr>
          <p:nvPr>
            <p:ph type="title"/>
          </p:nvPr>
        </p:nvSpPr>
        <p:spPr>
          <a:xfrm>
            <a:off x="1031581" y="5331060"/>
            <a:ext cx="13040439" cy="8894992"/>
          </a:xfrm>
        </p:spPr>
        <p:txBody>
          <a:bodyPr anchor="b"/>
          <a:lstStyle>
            <a:lvl1pPr>
              <a:defRPr sz="7441"/>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D9376418-77DC-FB37-C10C-2FAC2C3B4C41}"/>
              </a:ext>
            </a:extLst>
          </p:cNvPr>
          <p:cNvSpPr>
            <a:spLocks noGrp="1"/>
          </p:cNvSpPr>
          <p:nvPr>
            <p:ph type="body" idx="1"/>
          </p:nvPr>
        </p:nvSpPr>
        <p:spPr>
          <a:xfrm>
            <a:off x="1031581" y="14310202"/>
            <a:ext cx="13040439" cy="4677666"/>
          </a:xfrm>
        </p:spPr>
        <p:txBody>
          <a:bodyPr/>
          <a:lstStyle>
            <a:lvl1pPr marL="0" indent="0">
              <a:buNone/>
              <a:defRPr sz="2976">
                <a:solidFill>
                  <a:schemeClr val="tx1">
                    <a:tint val="82000"/>
                  </a:schemeClr>
                </a:solidFill>
              </a:defRPr>
            </a:lvl1pPr>
            <a:lvl2pPr marL="566974" indent="0">
              <a:buNone/>
              <a:defRPr sz="2480">
                <a:solidFill>
                  <a:schemeClr val="tx1">
                    <a:tint val="82000"/>
                  </a:schemeClr>
                </a:solidFill>
              </a:defRPr>
            </a:lvl2pPr>
            <a:lvl3pPr marL="1133947" indent="0">
              <a:buNone/>
              <a:defRPr sz="2232">
                <a:solidFill>
                  <a:schemeClr val="tx1">
                    <a:tint val="82000"/>
                  </a:schemeClr>
                </a:solidFill>
              </a:defRPr>
            </a:lvl3pPr>
            <a:lvl4pPr marL="1700921" indent="0">
              <a:buNone/>
              <a:defRPr sz="1984">
                <a:solidFill>
                  <a:schemeClr val="tx1">
                    <a:tint val="82000"/>
                  </a:schemeClr>
                </a:solidFill>
              </a:defRPr>
            </a:lvl4pPr>
            <a:lvl5pPr marL="2267895" indent="0">
              <a:buNone/>
              <a:defRPr sz="1984">
                <a:solidFill>
                  <a:schemeClr val="tx1">
                    <a:tint val="82000"/>
                  </a:schemeClr>
                </a:solidFill>
              </a:defRPr>
            </a:lvl5pPr>
            <a:lvl6pPr marL="2834869" indent="0">
              <a:buNone/>
              <a:defRPr sz="1984">
                <a:solidFill>
                  <a:schemeClr val="tx1">
                    <a:tint val="82000"/>
                  </a:schemeClr>
                </a:solidFill>
              </a:defRPr>
            </a:lvl6pPr>
            <a:lvl7pPr marL="3401842" indent="0">
              <a:buNone/>
              <a:defRPr sz="1984">
                <a:solidFill>
                  <a:schemeClr val="tx1">
                    <a:tint val="82000"/>
                  </a:schemeClr>
                </a:solidFill>
              </a:defRPr>
            </a:lvl7pPr>
            <a:lvl8pPr marL="3968816" indent="0">
              <a:buNone/>
              <a:defRPr sz="1984">
                <a:solidFill>
                  <a:schemeClr val="tx1">
                    <a:tint val="82000"/>
                  </a:schemeClr>
                </a:solidFill>
              </a:defRPr>
            </a:lvl8pPr>
            <a:lvl9pPr marL="4535790" indent="0">
              <a:buNone/>
              <a:defRPr sz="1984">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EFD42D-30D9-FC05-EC72-FC5D91D8808E}"/>
              </a:ext>
            </a:extLst>
          </p:cNvPr>
          <p:cNvSpPr>
            <a:spLocks noGrp="1"/>
          </p:cNvSpPr>
          <p:nvPr>
            <p:ph type="dt" sz="half" idx="10"/>
          </p:nvPr>
        </p:nvSpPr>
        <p:spPr/>
        <p:txBody>
          <a:bodyPr/>
          <a:lstStyle/>
          <a:p>
            <a:pPr>
              <a:defRPr/>
            </a:pPr>
            <a:endParaRPr lang="en-GB" dirty="0"/>
          </a:p>
        </p:txBody>
      </p:sp>
      <p:sp>
        <p:nvSpPr>
          <p:cNvPr id="5" name="Footer Placeholder 4">
            <a:extLst>
              <a:ext uri="{FF2B5EF4-FFF2-40B4-BE49-F238E27FC236}">
                <a16:creationId xmlns:a16="http://schemas.microsoft.com/office/drawing/2014/main" id="{A9BE8268-A969-008A-0BB5-211D5EBD8876}"/>
              </a:ext>
            </a:extLst>
          </p:cNvPr>
          <p:cNvSpPr>
            <a:spLocks noGrp="1"/>
          </p:cNvSpPr>
          <p:nvPr>
            <p:ph type="ftr" sz="quarter" idx="11"/>
          </p:nvPr>
        </p:nvSpPr>
        <p:spPr/>
        <p:txBody>
          <a:bodyPr/>
          <a:lstStyle/>
          <a:p>
            <a:pPr>
              <a:defRPr/>
            </a:pPr>
            <a:endParaRPr lang="en-GB" dirty="0"/>
          </a:p>
        </p:txBody>
      </p:sp>
      <p:sp>
        <p:nvSpPr>
          <p:cNvPr id="6" name="Slide Number Placeholder 5">
            <a:extLst>
              <a:ext uri="{FF2B5EF4-FFF2-40B4-BE49-F238E27FC236}">
                <a16:creationId xmlns:a16="http://schemas.microsoft.com/office/drawing/2014/main" id="{5DF455D7-C161-F8F3-630E-508E585656F9}"/>
              </a:ext>
            </a:extLst>
          </p:cNvPr>
          <p:cNvSpPr>
            <a:spLocks noGrp="1"/>
          </p:cNvSpPr>
          <p:nvPr>
            <p:ph type="sldNum" sz="quarter" idx="12"/>
          </p:nvPr>
        </p:nvSpPr>
        <p:spPr/>
        <p:txBody>
          <a:bodyPr/>
          <a:lstStyle/>
          <a:p>
            <a:pPr>
              <a:defRPr/>
            </a:pPr>
            <a:fld id="{DFB8D1C8-8C22-4488-AC77-A1C2BF56B4B8}" type="slidenum">
              <a:rPr lang="en-GB" smtClean="0"/>
              <a:pPr>
                <a:defRPr/>
              </a:pPr>
              <a:t>‹#›</a:t>
            </a:fld>
            <a:endParaRPr lang="en-GB" dirty="0"/>
          </a:p>
        </p:txBody>
      </p:sp>
    </p:spTree>
    <p:extLst>
      <p:ext uri="{BB962C8B-B14F-4D97-AF65-F5344CB8AC3E}">
        <p14:creationId xmlns:p14="http://schemas.microsoft.com/office/powerpoint/2010/main" val="1641748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C9F48-5C2B-9115-D21B-8C00D70CAC1E}"/>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5E5BD63B-79BB-FDA2-5C57-BFDF0CD42874}"/>
              </a:ext>
            </a:extLst>
          </p:cNvPr>
          <p:cNvSpPr>
            <a:spLocks noGrp="1"/>
          </p:cNvSpPr>
          <p:nvPr>
            <p:ph sz="half" idx="1"/>
          </p:nvPr>
        </p:nvSpPr>
        <p:spPr>
          <a:xfrm>
            <a:off x="1039455" y="5692400"/>
            <a:ext cx="6425724"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4C51AD14-1A0F-4D7B-4DAB-72D85AD8005A}"/>
              </a:ext>
            </a:extLst>
          </p:cNvPr>
          <p:cNvSpPr>
            <a:spLocks noGrp="1"/>
          </p:cNvSpPr>
          <p:nvPr>
            <p:ph sz="half" idx="2"/>
          </p:nvPr>
        </p:nvSpPr>
        <p:spPr>
          <a:xfrm>
            <a:off x="7654171" y="5692400"/>
            <a:ext cx="6425724"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9949D9AB-F4DA-CE49-8421-4DD4D72711FE}"/>
              </a:ext>
            </a:extLst>
          </p:cNvPr>
          <p:cNvSpPr>
            <a:spLocks noGrp="1"/>
          </p:cNvSpPr>
          <p:nvPr>
            <p:ph type="dt" sz="half" idx="10"/>
          </p:nvPr>
        </p:nvSpPr>
        <p:spPr/>
        <p:txBody>
          <a:bodyPr/>
          <a:lstStyle/>
          <a:p>
            <a:pPr>
              <a:defRPr/>
            </a:pPr>
            <a:endParaRPr lang="en-GB" dirty="0"/>
          </a:p>
        </p:txBody>
      </p:sp>
      <p:sp>
        <p:nvSpPr>
          <p:cNvPr id="6" name="Footer Placeholder 5">
            <a:extLst>
              <a:ext uri="{FF2B5EF4-FFF2-40B4-BE49-F238E27FC236}">
                <a16:creationId xmlns:a16="http://schemas.microsoft.com/office/drawing/2014/main" id="{CC6BA906-435C-5CE3-55E1-23473BAEB36F}"/>
              </a:ext>
            </a:extLst>
          </p:cNvPr>
          <p:cNvSpPr>
            <a:spLocks noGrp="1"/>
          </p:cNvSpPr>
          <p:nvPr>
            <p:ph type="ftr" sz="quarter" idx="11"/>
          </p:nvPr>
        </p:nvSpPr>
        <p:spPr/>
        <p:txBody>
          <a:bodyPr/>
          <a:lstStyle/>
          <a:p>
            <a:pPr>
              <a:defRPr/>
            </a:pPr>
            <a:endParaRPr lang="en-GB" dirty="0"/>
          </a:p>
        </p:txBody>
      </p:sp>
      <p:sp>
        <p:nvSpPr>
          <p:cNvPr id="7" name="Slide Number Placeholder 6">
            <a:extLst>
              <a:ext uri="{FF2B5EF4-FFF2-40B4-BE49-F238E27FC236}">
                <a16:creationId xmlns:a16="http://schemas.microsoft.com/office/drawing/2014/main" id="{5C586642-36F4-1EF2-A46E-5D6CD4DC2810}"/>
              </a:ext>
            </a:extLst>
          </p:cNvPr>
          <p:cNvSpPr>
            <a:spLocks noGrp="1"/>
          </p:cNvSpPr>
          <p:nvPr>
            <p:ph type="sldNum" sz="quarter" idx="12"/>
          </p:nvPr>
        </p:nvSpPr>
        <p:spPr/>
        <p:txBody>
          <a:bodyPr/>
          <a:lstStyle/>
          <a:p>
            <a:pPr>
              <a:defRPr/>
            </a:pPr>
            <a:fld id="{591F80C8-5493-452F-8EAC-FBF3D2348712}" type="slidenum">
              <a:rPr lang="en-GB" smtClean="0"/>
              <a:pPr>
                <a:defRPr/>
              </a:pPr>
              <a:t>‹#›</a:t>
            </a:fld>
            <a:endParaRPr lang="en-GB" dirty="0"/>
          </a:p>
        </p:txBody>
      </p:sp>
    </p:spTree>
    <p:extLst>
      <p:ext uri="{BB962C8B-B14F-4D97-AF65-F5344CB8AC3E}">
        <p14:creationId xmlns:p14="http://schemas.microsoft.com/office/powerpoint/2010/main" val="1137662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FF821-1F7A-72D4-62D1-3055B613F1D6}"/>
              </a:ext>
            </a:extLst>
          </p:cNvPr>
          <p:cNvSpPr>
            <a:spLocks noGrp="1"/>
          </p:cNvSpPr>
          <p:nvPr>
            <p:ph type="title"/>
          </p:nvPr>
        </p:nvSpPr>
        <p:spPr>
          <a:xfrm>
            <a:off x="1041425" y="1138482"/>
            <a:ext cx="13040439" cy="4133179"/>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71D508C9-BF95-8084-AC33-2B39D22D28D8}"/>
              </a:ext>
            </a:extLst>
          </p:cNvPr>
          <p:cNvSpPr>
            <a:spLocks noGrp="1"/>
          </p:cNvSpPr>
          <p:nvPr>
            <p:ph type="body" idx="1"/>
          </p:nvPr>
        </p:nvSpPr>
        <p:spPr>
          <a:xfrm>
            <a:off x="1041425" y="5241960"/>
            <a:ext cx="6396193" cy="2569003"/>
          </a:xfrm>
        </p:spPr>
        <p:txBody>
          <a:bodyPr anchor="b"/>
          <a:lstStyle>
            <a:lvl1pPr marL="0" indent="0">
              <a:buNone/>
              <a:defRPr sz="2976" b="1"/>
            </a:lvl1pPr>
            <a:lvl2pPr marL="566974" indent="0">
              <a:buNone/>
              <a:defRPr sz="2480" b="1"/>
            </a:lvl2pPr>
            <a:lvl3pPr marL="1133947" indent="0">
              <a:buNone/>
              <a:defRPr sz="2232" b="1"/>
            </a:lvl3pPr>
            <a:lvl4pPr marL="1700921" indent="0">
              <a:buNone/>
              <a:defRPr sz="1984" b="1"/>
            </a:lvl4pPr>
            <a:lvl5pPr marL="2267895" indent="0">
              <a:buNone/>
              <a:defRPr sz="1984" b="1"/>
            </a:lvl5pPr>
            <a:lvl6pPr marL="2834869" indent="0">
              <a:buNone/>
              <a:defRPr sz="1984" b="1"/>
            </a:lvl6pPr>
            <a:lvl7pPr marL="3401842" indent="0">
              <a:buNone/>
              <a:defRPr sz="1984" b="1"/>
            </a:lvl7pPr>
            <a:lvl8pPr marL="3968816" indent="0">
              <a:buNone/>
              <a:defRPr sz="1984" b="1"/>
            </a:lvl8pPr>
            <a:lvl9pPr marL="4535790" indent="0">
              <a:buNone/>
              <a:defRPr sz="1984" b="1"/>
            </a:lvl9pPr>
          </a:lstStyle>
          <a:p>
            <a:pPr lvl="0"/>
            <a:r>
              <a:rPr lang="en-US"/>
              <a:t>Click to edit Master text styles</a:t>
            </a:r>
          </a:p>
        </p:txBody>
      </p:sp>
      <p:sp>
        <p:nvSpPr>
          <p:cNvPr id="4" name="Content Placeholder 3">
            <a:extLst>
              <a:ext uri="{FF2B5EF4-FFF2-40B4-BE49-F238E27FC236}">
                <a16:creationId xmlns:a16="http://schemas.microsoft.com/office/drawing/2014/main" id="{21A9B25A-CD86-509F-8442-D353697129E8}"/>
              </a:ext>
            </a:extLst>
          </p:cNvPr>
          <p:cNvSpPr>
            <a:spLocks noGrp="1"/>
          </p:cNvSpPr>
          <p:nvPr>
            <p:ph sz="half" idx="2"/>
          </p:nvPr>
        </p:nvSpPr>
        <p:spPr>
          <a:xfrm>
            <a:off x="1041425" y="7810963"/>
            <a:ext cx="6396193"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1E671AE4-2DA0-B722-2E24-8BBAEC972246}"/>
              </a:ext>
            </a:extLst>
          </p:cNvPr>
          <p:cNvSpPr>
            <a:spLocks noGrp="1"/>
          </p:cNvSpPr>
          <p:nvPr>
            <p:ph type="body" sz="quarter" idx="3"/>
          </p:nvPr>
        </p:nvSpPr>
        <p:spPr>
          <a:xfrm>
            <a:off x="7654171" y="5241960"/>
            <a:ext cx="6427693" cy="2569003"/>
          </a:xfrm>
        </p:spPr>
        <p:txBody>
          <a:bodyPr anchor="b"/>
          <a:lstStyle>
            <a:lvl1pPr marL="0" indent="0">
              <a:buNone/>
              <a:defRPr sz="2976" b="1"/>
            </a:lvl1pPr>
            <a:lvl2pPr marL="566974" indent="0">
              <a:buNone/>
              <a:defRPr sz="2480" b="1"/>
            </a:lvl2pPr>
            <a:lvl3pPr marL="1133947" indent="0">
              <a:buNone/>
              <a:defRPr sz="2232" b="1"/>
            </a:lvl3pPr>
            <a:lvl4pPr marL="1700921" indent="0">
              <a:buNone/>
              <a:defRPr sz="1984" b="1"/>
            </a:lvl4pPr>
            <a:lvl5pPr marL="2267895" indent="0">
              <a:buNone/>
              <a:defRPr sz="1984" b="1"/>
            </a:lvl5pPr>
            <a:lvl6pPr marL="2834869" indent="0">
              <a:buNone/>
              <a:defRPr sz="1984" b="1"/>
            </a:lvl6pPr>
            <a:lvl7pPr marL="3401842" indent="0">
              <a:buNone/>
              <a:defRPr sz="1984" b="1"/>
            </a:lvl7pPr>
            <a:lvl8pPr marL="3968816" indent="0">
              <a:buNone/>
              <a:defRPr sz="1984" b="1"/>
            </a:lvl8pPr>
            <a:lvl9pPr marL="4535790" indent="0">
              <a:buNone/>
              <a:defRPr sz="1984" b="1"/>
            </a:lvl9pPr>
          </a:lstStyle>
          <a:p>
            <a:pPr lvl="0"/>
            <a:r>
              <a:rPr lang="en-US"/>
              <a:t>Click to edit Master text styles</a:t>
            </a:r>
          </a:p>
        </p:txBody>
      </p:sp>
      <p:sp>
        <p:nvSpPr>
          <p:cNvPr id="6" name="Content Placeholder 5">
            <a:extLst>
              <a:ext uri="{FF2B5EF4-FFF2-40B4-BE49-F238E27FC236}">
                <a16:creationId xmlns:a16="http://schemas.microsoft.com/office/drawing/2014/main" id="{D8632FE6-FAAF-0D98-0B10-978E87AFDABD}"/>
              </a:ext>
            </a:extLst>
          </p:cNvPr>
          <p:cNvSpPr>
            <a:spLocks noGrp="1"/>
          </p:cNvSpPr>
          <p:nvPr>
            <p:ph sz="quarter" idx="4"/>
          </p:nvPr>
        </p:nvSpPr>
        <p:spPr>
          <a:xfrm>
            <a:off x="7654171" y="7810963"/>
            <a:ext cx="6427693"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5A2FF0B9-A72B-A653-8452-73F7D462A17C}"/>
              </a:ext>
            </a:extLst>
          </p:cNvPr>
          <p:cNvSpPr>
            <a:spLocks noGrp="1"/>
          </p:cNvSpPr>
          <p:nvPr>
            <p:ph type="dt" sz="half" idx="10"/>
          </p:nvPr>
        </p:nvSpPr>
        <p:spPr/>
        <p:txBody>
          <a:bodyPr/>
          <a:lstStyle/>
          <a:p>
            <a:pPr>
              <a:defRPr/>
            </a:pPr>
            <a:endParaRPr lang="en-GB" dirty="0"/>
          </a:p>
        </p:txBody>
      </p:sp>
      <p:sp>
        <p:nvSpPr>
          <p:cNvPr id="8" name="Footer Placeholder 7">
            <a:extLst>
              <a:ext uri="{FF2B5EF4-FFF2-40B4-BE49-F238E27FC236}">
                <a16:creationId xmlns:a16="http://schemas.microsoft.com/office/drawing/2014/main" id="{2E4ADC6A-6A84-A1B7-0022-9D02E8E79459}"/>
              </a:ext>
            </a:extLst>
          </p:cNvPr>
          <p:cNvSpPr>
            <a:spLocks noGrp="1"/>
          </p:cNvSpPr>
          <p:nvPr>
            <p:ph type="ftr" sz="quarter" idx="11"/>
          </p:nvPr>
        </p:nvSpPr>
        <p:spPr/>
        <p:txBody>
          <a:bodyPr/>
          <a:lstStyle/>
          <a:p>
            <a:pPr>
              <a:defRPr/>
            </a:pPr>
            <a:endParaRPr lang="en-GB" dirty="0"/>
          </a:p>
        </p:txBody>
      </p:sp>
      <p:sp>
        <p:nvSpPr>
          <p:cNvPr id="9" name="Slide Number Placeholder 8">
            <a:extLst>
              <a:ext uri="{FF2B5EF4-FFF2-40B4-BE49-F238E27FC236}">
                <a16:creationId xmlns:a16="http://schemas.microsoft.com/office/drawing/2014/main" id="{E7C29333-26AD-DB06-0DE6-99DB6F2F51C5}"/>
              </a:ext>
            </a:extLst>
          </p:cNvPr>
          <p:cNvSpPr>
            <a:spLocks noGrp="1"/>
          </p:cNvSpPr>
          <p:nvPr>
            <p:ph type="sldNum" sz="quarter" idx="12"/>
          </p:nvPr>
        </p:nvSpPr>
        <p:spPr/>
        <p:txBody>
          <a:bodyPr/>
          <a:lstStyle/>
          <a:p>
            <a:pPr>
              <a:defRPr/>
            </a:pPr>
            <a:fld id="{48863328-3D21-4E2E-B026-C1EFE2E44835}" type="slidenum">
              <a:rPr lang="en-GB" smtClean="0"/>
              <a:pPr>
                <a:defRPr/>
              </a:pPr>
              <a:t>‹#›</a:t>
            </a:fld>
            <a:endParaRPr lang="en-GB" dirty="0"/>
          </a:p>
        </p:txBody>
      </p:sp>
    </p:spTree>
    <p:extLst>
      <p:ext uri="{BB962C8B-B14F-4D97-AF65-F5344CB8AC3E}">
        <p14:creationId xmlns:p14="http://schemas.microsoft.com/office/powerpoint/2010/main" val="1225600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1480-C1B6-66C4-79F6-8AB271A18534}"/>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450FB637-7CBE-FA1A-780D-14D6C7930C4F}"/>
              </a:ext>
            </a:extLst>
          </p:cNvPr>
          <p:cNvSpPr>
            <a:spLocks noGrp="1"/>
          </p:cNvSpPr>
          <p:nvPr>
            <p:ph type="dt" sz="half" idx="10"/>
          </p:nvPr>
        </p:nvSpPr>
        <p:spPr/>
        <p:txBody>
          <a:bodyPr/>
          <a:lstStyle/>
          <a:p>
            <a:pPr>
              <a:defRPr/>
            </a:pPr>
            <a:endParaRPr lang="en-GB" dirty="0"/>
          </a:p>
        </p:txBody>
      </p:sp>
      <p:sp>
        <p:nvSpPr>
          <p:cNvPr id="4" name="Footer Placeholder 3">
            <a:extLst>
              <a:ext uri="{FF2B5EF4-FFF2-40B4-BE49-F238E27FC236}">
                <a16:creationId xmlns:a16="http://schemas.microsoft.com/office/drawing/2014/main" id="{2D8DEDB9-287A-4225-B3EA-4B776C878F57}"/>
              </a:ext>
            </a:extLst>
          </p:cNvPr>
          <p:cNvSpPr>
            <a:spLocks noGrp="1"/>
          </p:cNvSpPr>
          <p:nvPr>
            <p:ph type="ftr" sz="quarter" idx="11"/>
          </p:nvPr>
        </p:nvSpPr>
        <p:spPr/>
        <p:txBody>
          <a:bodyPr/>
          <a:lstStyle/>
          <a:p>
            <a:pPr>
              <a:defRPr/>
            </a:pPr>
            <a:endParaRPr lang="en-GB" dirty="0"/>
          </a:p>
        </p:txBody>
      </p:sp>
      <p:sp>
        <p:nvSpPr>
          <p:cNvPr id="5" name="Slide Number Placeholder 4">
            <a:extLst>
              <a:ext uri="{FF2B5EF4-FFF2-40B4-BE49-F238E27FC236}">
                <a16:creationId xmlns:a16="http://schemas.microsoft.com/office/drawing/2014/main" id="{2D1F79D5-5B9E-7355-82B8-B2863F67C7E8}"/>
              </a:ext>
            </a:extLst>
          </p:cNvPr>
          <p:cNvSpPr>
            <a:spLocks noGrp="1"/>
          </p:cNvSpPr>
          <p:nvPr>
            <p:ph type="sldNum" sz="quarter" idx="12"/>
          </p:nvPr>
        </p:nvSpPr>
        <p:spPr/>
        <p:txBody>
          <a:bodyPr/>
          <a:lstStyle/>
          <a:p>
            <a:pPr>
              <a:defRPr/>
            </a:pPr>
            <a:fld id="{BFA338D8-6D27-45E9-99C3-391E08053752}" type="slidenum">
              <a:rPr lang="en-GB" smtClean="0"/>
              <a:pPr>
                <a:defRPr/>
              </a:pPr>
              <a:t>‹#›</a:t>
            </a:fld>
            <a:endParaRPr lang="en-GB" dirty="0"/>
          </a:p>
        </p:txBody>
      </p:sp>
    </p:spTree>
    <p:extLst>
      <p:ext uri="{BB962C8B-B14F-4D97-AF65-F5344CB8AC3E}">
        <p14:creationId xmlns:p14="http://schemas.microsoft.com/office/powerpoint/2010/main" val="1968447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898C78-37B3-E8E2-F5D1-BC1469D1E518}"/>
              </a:ext>
            </a:extLst>
          </p:cNvPr>
          <p:cNvSpPr>
            <a:spLocks noGrp="1"/>
          </p:cNvSpPr>
          <p:nvPr>
            <p:ph type="dt" sz="half" idx="10"/>
          </p:nvPr>
        </p:nvSpPr>
        <p:spPr/>
        <p:txBody>
          <a:bodyPr/>
          <a:lstStyle/>
          <a:p>
            <a:pPr>
              <a:defRPr/>
            </a:pPr>
            <a:endParaRPr lang="en-GB" dirty="0"/>
          </a:p>
        </p:txBody>
      </p:sp>
      <p:sp>
        <p:nvSpPr>
          <p:cNvPr id="3" name="Footer Placeholder 2">
            <a:extLst>
              <a:ext uri="{FF2B5EF4-FFF2-40B4-BE49-F238E27FC236}">
                <a16:creationId xmlns:a16="http://schemas.microsoft.com/office/drawing/2014/main" id="{6F1C143A-2D62-D00A-D708-4F1BA6D493F6}"/>
              </a:ext>
            </a:extLst>
          </p:cNvPr>
          <p:cNvSpPr>
            <a:spLocks noGrp="1"/>
          </p:cNvSpPr>
          <p:nvPr>
            <p:ph type="ftr" sz="quarter" idx="11"/>
          </p:nvPr>
        </p:nvSpPr>
        <p:spPr/>
        <p:txBody>
          <a:bodyPr/>
          <a:lstStyle/>
          <a:p>
            <a:pPr>
              <a:defRPr/>
            </a:pPr>
            <a:endParaRPr lang="en-GB" dirty="0"/>
          </a:p>
        </p:txBody>
      </p:sp>
      <p:sp>
        <p:nvSpPr>
          <p:cNvPr id="4" name="Slide Number Placeholder 3">
            <a:extLst>
              <a:ext uri="{FF2B5EF4-FFF2-40B4-BE49-F238E27FC236}">
                <a16:creationId xmlns:a16="http://schemas.microsoft.com/office/drawing/2014/main" id="{B03A03C2-232C-B32F-1914-DE3FC86A1A9F}"/>
              </a:ext>
            </a:extLst>
          </p:cNvPr>
          <p:cNvSpPr>
            <a:spLocks noGrp="1"/>
          </p:cNvSpPr>
          <p:nvPr>
            <p:ph type="sldNum" sz="quarter" idx="12"/>
          </p:nvPr>
        </p:nvSpPr>
        <p:spPr/>
        <p:txBody>
          <a:bodyPr/>
          <a:lstStyle/>
          <a:p>
            <a:pPr>
              <a:defRPr/>
            </a:pPr>
            <a:fld id="{85C664E7-72CE-4CA1-9E28-C02BC7E12CE6}" type="slidenum">
              <a:rPr lang="en-GB" smtClean="0"/>
              <a:pPr>
                <a:defRPr/>
              </a:pPr>
              <a:t>‹#›</a:t>
            </a:fld>
            <a:endParaRPr lang="en-GB" dirty="0"/>
          </a:p>
        </p:txBody>
      </p:sp>
    </p:spTree>
    <p:extLst>
      <p:ext uri="{BB962C8B-B14F-4D97-AF65-F5344CB8AC3E}">
        <p14:creationId xmlns:p14="http://schemas.microsoft.com/office/powerpoint/2010/main" val="1825499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B9FCC-A498-E8DF-C086-490E92C4A66F}"/>
              </a:ext>
            </a:extLst>
          </p:cNvPr>
          <p:cNvSpPr>
            <a:spLocks noGrp="1"/>
          </p:cNvSpPr>
          <p:nvPr>
            <p:ph type="title"/>
          </p:nvPr>
        </p:nvSpPr>
        <p:spPr>
          <a:xfrm>
            <a:off x="1041425" y="1425575"/>
            <a:ext cx="4876383" cy="4989513"/>
          </a:xfrm>
        </p:spPr>
        <p:txBody>
          <a:bodyPr anchor="b"/>
          <a:lstStyle>
            <a:lvl1pPr>
              <a:defRPr sz="3968"/>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23AA4C28-4D08-BE94-D73E-E3B68062F911}"/>
              </a:ext>
            </a:extLst>
          </p:cNvPr>
          <p:cNvSpPr>
            <a:spLocks noGrp="1"/>
          </p:cNvSpPr>
          <p:nvPr>
            <p:ph idx="1"/>
          </p:nvPr>
        </p:nvSpPr>
        <p:spPr>
          <a:xfrm>
            <a:off x="6427693" y="3078847"/>
            <a:ext cx="7654171" cy="15196234"/>
          </a:xfrm>
        </p:spPr>
        <p:txBody>
          <a:bodyPr/>
          <a:lstStyle>
            <a:lvl1pPr>
              <a:defRPr sz="3968"/>
            </a:lvl1pPr>
            <a:lvl2pPr>
              <a:defRPr sz="3472"/>
            </a:lvl2pPr>
            <a:lvl3pPr>
              <a:defRPr sz="2976"/>
            </a:lvl3pPr>
            <a:lvl4pPr>
              <a:defRPr sz="2480"/>
            </a:lvl4pPr>
            <a:lvl5pPr>
              <a:defRPr sz="2480"/>
            </a:lvl5pPr>
            <a:lvl6pPr>
              <a:defRPr sz="2480"/>
            </a:lvl6pPr>
            <a:lvl7pPr>
              <a:defRPr sz="2480"/>
            </a:lvl7pPr>
            <a:lvl8pPr>
              <a:defRPr sz="2480"/>
            </a:lvl8pPr>
            <a:lvl9pPr>
              <a:defRPr sz="24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23EA880D-E597-B33E-DF5F-2115414DEE4E}"/>
              </a:ext>
            </a:extLst>
          </p:cNvPr>
          <p:cNvSpPr>
            <a:spLocks noGrp="1"/>
          </p:cNvSpPr>
          <p:nvPr>
            <p:ph type="body" sz="half" idx="2"/>
          </p:nvPr>
        </p:nvSpPr>
        <p:spPr>
          <a:xfrm>
            <a:off x="1041425" y="6415088"/>
            <a:ext cx="4876383" cy="11884743"/>
          </a:xfrm>
        </p:spPr>
        <p:txBody>
          <a:bodyPr/>
          <a:lstStyle>
            <a:lvl1pPr marL="0" indent="0">
              <a:buNone/>
              <a:defRPr sz="1984"/>
            </a:lvl1pPr>
            <a:lvl2pPr marL="566974" indent="0">
              <a:buNone/>
              <a:defRPr sz="1736"/>
            </a:lvl2pPr>
            <a:lvl3pPr marL="1133947" indent="0">
              <a:buNone/>
              <a:defRPr sz="1488"/>
            </a:lvl3pPr>
            <a:lvl4pPr marL="1700921" indent="0">
              <a:buNone/>
              <a:defRPr sz="1240"/>
            </a:lvl4pPr>
            <a:lvl5pPr marL="2267895" indent="0">
              <a:buNone/>
              <a:defRPr sz="1240"/>
            </a:lvl5pPr>
            <a:lvl6pPr marL="2834869" indent="0">
              <a:buNone/>
              <a:defRPr sz="1240"/>
            </a:lvl6pPr>
            <a:lvl7pPr marL="3401842" indent="0">
              <a:buNone/>
              <a:defRPr sz="1240"/>
            </a:lvl7pPr>
            <a:lvl8pPr marL="3968816" indent="0">
              <a:buNone/>
              <a:defRPr sz="1240"/>
            </a:lvl8pPr>
            <a:lvl9pPr marL="4535790" indent="0">
              <a:buNone/>
              <a:defRPr sz="1240"/>
            </a:lvl9pPr>
          </a:lstStyle>
          <a:p>
            <a:pPr lvl="0"/>
            <a:r>
              <a:rPr lang="en-US"/>
              <a:t>Click to edit Master text styles</a:t>
            </a:r>
          </a:p>
        </p:txBody>
      </p:sp>
      <p:sp>
        <p:nvSpPr>
          <p:cNvPr id="5" name="Date Placeholder 4">
            <a:extLst>
              <a:ext uri="{FF2B5EF4-FFF2-40B4-BE49-F238E27FC236}">
                <a16:creationId xmlns:a16="http://schemas.microsoft.com/office/drawing/2014/main" id="{54976FED-9AC7-6676-E10A-0E4692422CE0}"/>
              </a:ext>
            </a:extLst>
          </p:cNvPr>
          <p:cNvSpPr>
            <a:spLocks noGrp="1"/>
          </p:cNvSpPr>
          <p:nvPr>
            <p:ph type="dt" sz="half" idx="10"/>
          </p:nvPr>
        </p:nvSpPr>
        <p:spPr/>
        <p:txBody>
          <a:bodyPr/>
          <a:lstStyle/>
          <a:p>
            <a:pPr>
              <a:defRPr/>
            </a:pPr>
            <a:endParaRPr lang="en-GB" dirty="0"/>
          </a:p>
        </p:txBody>
      </p:sp>
      <p:sp>
        <p:nvSpPr>
          <p:cNvPr id="6" name="Footer Placeholder 5">
            <a:extLst>
              <a:ext uri="{FF2B5EF4-FFF2-40B4-BE49-F238E27FC236}">
                <a16:creationId xmlns:a16="http://schemas.microsoft.com/office/drawing/2014/main" id="{E9AB24C8-8211-B352-E301-5F5E4B3A865B}"/>
              </a:ext>
            </a:extLst>
          </p:cNvPr>
          <p:cNvSpPr>
            <a:spLocks noGrp="1"/>
          </p:cNvSpPr>
          <p:nvPr>
            <p:ph type="ftr" sz="quarter" idx="11"/>
          </p:nvPr>
        </p:nvSpPr>
        <p:spPr/>
        <p:txBody>
          <a:bodyPr/>
          <a:lstStyle/>
          <a:p>
            <a:pPr>
              <a:defRPr/>
            </a:pPr>
            <a:endParaRPr lang="en-GB" dirty="0"/>
          </a:p>
        </p:txBody>
      </p:sp>
      <p:sp>
        <p:nvSpPr>
          <p:cNvPr id="7" name="Slide Number Placeholder 6">
            <a:extLst>
              <a:ext uri="{FF2B5EF4-FFF2-40B4-BE49-F238E27FC236}">
                <a16:creationId xmlns:a16="http://schemas.microsoft.com/office/drawing/2014/main" id="{0D69AF93-D2E3-EC20-1CA2-916612F60F35}"/>
              </a:ext>
            </a:extLst>
          </p:cNvPr>
          <p:cNvSpPr>
            <a:spLocks noGrp="1"/>
          </p:cNvSpPr>
          <p:nvPr>
            <p:ph type="sldNum" sz="quarter" idx="12"/>
          </p:nvPr>
        </p:nvSpPr>
        <p:spPr/>
        <p:txBody>
          <a:bodyPr/>
          <a:lstStyle/>
          <a:p>
            <a:pPr>
              <a:defRPr/>
            </a:pPr>
            <a:fld id="{C3FDA278-8B34-45DF-9A4D-C477DDE09ABA}" type="slidenum">
              <a:rPr lang="en-GB" smtClean="0"/>
              <a:pPr>
                <a:defRPr/>
              </a:pPr>
              <a:t>‹#›</a:t>
            </a:fld>
            <a:endParaRPr lang="en-GB" dirty="0"/>
          </a:p>
        </p:txBody>
      </p:sp>
    </p:spTree>
    <p:extLst>
      <p:ext uri="{BB962C8B-B14F-4D97-AF65-F5344CB8AC3E}">
        <p14:creationId xmlns:p14="http://schemas.microsoft.com/office/powerpoint/2010/main" val="3679635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631C8-B0C4-49DF-CF33-797DDE4B30FD}"/>
              </a:ext>
            </a:extLst>
          </p:cNvPr>
          <p:cNvSpPr>
            <a:spLocks noGrp="1"/>
          </p:cNvSpPr>
          <p:nvPr>
            <p:ph type="title"/>
          </p:nvPr>
        </p:nvSpPr>
        <p:spPr>
          <a:xfrm>
            <a:off x="1041425" y="1425575"/>
            <a:ext cx="4876383" cy="4989513"/>
          </a:xfrm>
        </p:spPr>
        <p:txBody>
          <a:bodyPr anchor="b"/>
          <a:lstStyle>
            <a:lvl1pPr>
              <a:defRPr sz="3968"/>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EEF7040E-B303-B182-E049-0887E91111E6}"/>
              </a:ext>
            </a:extLst>
          </p:cNvPr>
          <p:cNvSpPr>
            <a:spLocks noGrp="1"/>
          </p:cNvSpPr>
          <p:nvPr>
            <p:ph type="pic" idx="1"/>
          </p:nvPr>
        </p:nvSpPr>
        <p:spPr>
          <a:xfrm>
            <a:off x="6427693" y="3078847"/>
            <a:ext cx="7654171" cy="15196234"/>
          </a:xfrm>
        </p:spPr>
        <p:txBody>
          <a:bodyPr/>
          <a:lstStyle>
            <a:lvl1pPr marL="0" indent="0">
              <a:buNone/>
              <a:defRPr sz="3968"/>
            </a:lvl1pPr>
            <a:lvl2pPr marL="566974" indent="0">
              <a:buNone/>
              <a:defRPr sz="3472"/>
            </a:lvl2pPr>
            <a:lvl3pPr marL="1133947" indent="0">
              <a:buNone/>
              <a:defRPr sz="2976"/>
            </a:lvl3pPr>
            <a:lvl4pPr marL="1700921" indent="0">
              <a:buNone/>
              <a:defRPr sz="2480"/>
            </a:lvl4pPr>
            <a:lvl5pPr marL="2267895" indent="0">
              <a:buNone/>
              <a:defRPr sz="2480"/>
            </a:lvl5pPr>
            <a:lvl6pPr marL="2834869" indent="0">
              <a:buNone/>
              <a:defRPr sz="2480"/>
            </a:lvl6pPr>
            <a:lvl7pPr marL="3401842" indent="0">
              <a:buNone/>
              <a:defRPr sz="2480"/>
            </a:lvl7pPr>
            <a:lvl8pPr marL="3968816" indent="0">
              <a:buNone/>
              <a:defRPr sz="2480"/>
            </a:lvl8pPr>
            <a:lvl9pPr marL="4535790" indent="0">
              <a:buNone/>
              <a:defRPr sz="2480"/>
            </a:lvl9pPr>
          </a:lstStyle>
          <a:p>
            <a:endParaRPr lang="en-IE"/>
          </a:p>
        </p:txBody>
      </p:sp>
      <p:sp>
        <p:nvSpPr>
          <p:cNvPr id="4" name="Text Placeholder 3">
            <a:extLst>
              <a:ext uri="{FF2B5EF4-FFF2-40B4-BE49-F238E27FC236}">
                <a16:creationId xmlns:a16="http://schemas.microsoft.com/office/drawing/2014/main" id="{C01A1EB0-E6BE-3D5B-57F3-C42DDABC4B24}"/>
              </a:ext>
            </a:extLst>
          </p:cNvPr>
          <p:cNvSpPr>
            <a:spLocks noGrp="1"/>
          </p:cNvSpPr>
          <p:nvPr>
            <p:ph type="body" sz="half" idx="2"/>
          </p:nvPr>
        </p:nvSpPr>
        <p:spPr>
          <a:xfrm>
            <a:off x="1041425" y="6415088"/>
            <a:ext cx="4876383" cy="11884743"/>
          </a:xfrm>
        </p:spPr>
        <p:txBody>
          <a:bodyPr/>
          <a:lstStyle>
            <a:lvl1pPr marL="0" indent="0">
              <a:buNone/>
              <a:defRPr sz="1984"/>
            </a:lvl1pPr>
            <a:lvl2pPr marL="566974" indent="0">
              <a:buNone/>
              <a:defRPr sz="1736"/>
            </a:lvl2pPr>
            <a:lvl3pPr marL="1133947" indent="0">
              <a:buNone/>
              <a:defRPr sz="1488"/>
            </a:lvl3pPr>
            <a:lvl4pPr marL="1700921" indent="0">
              <a:buNone/>
              <a:defRPr sz="1240"/>
            </a:lvl4pPr>
            <a:lvl5pPr marL="2267895" indent="0">
              <a:buNone/>
              <a:defRPr sz="1240"/>
            </a:lvl5pPr>
            <a:lvl6pPr marL="2834869" indent="0">
              <a:buNone/>
              <a:defRPr sz="1240"/>
            </a:lvl6pPr>
            <a:lvl7pPr marL="3401842" indent="0">
              <a:buNone/>
              <a:defRPr sz="1240"/>
            </a:lvl7pPr>
            <a:lvl8pPr marL="3968816" indent="0">
              <a:buNone/>
              <a:defRPr sz="1240"/>
            </a:lvl8pPr>
            <a:lvl9pPr marL="4535790" indent="0">
              <a:buNone/>
              <a:defRPr sz="1240"/>
            </a:lvl9pPr>
          </a:lstStyle>
          <a:p>
            <a:pPr lvl="0"/>
            <a:r>
              <a:rPr lang="en-US"/>
              <a:t>Click to edit Master text styles</a:t>
            </a:r>
          </a:p>
        </p:txBody>
      </p:sp>
      <p:sp>
        <p:nvSpPr>
          <p:cNvPr id="5" name="Date Placeholder 4">
            <a:extLst>
              <a:ext uri="{FF2B5EF4-FFF2-40B4-BE49-F238E27FC236}">
                <a16:creationId xmlns:a16="http://schemas.microsoft.com/office/drawing/2014/main" id="{23AABF86-09C0-6428-C153-9514B1B48C24}"/>
              </a:ext>
            </a:extLst>
          </p:cNvPr>
          <p:cNvSpPr>
            <a:spLocks noGrp="1"/>
          </p:cNvSpPr>
          <p:nvPr>
            <p:ph type="dt" sz="half" idx="10"/>
          </p:nvPr>
        </p:nvSpPr>
        <p:spPr/>
        <p:txBody>
          <a:bodyPr/>
          <a:lstStyle/>
          <a:p>
            <a:pPr>
              <a:defRPr/>
            </a:pPr>
            <a:endParaRPr lang="en-GB" dirty="0"/>
          </a:p>
        </p:txBody>
      </p:sp>
      <p:sp>
        <p:nvSpPr>
          <p:cNvPr id="6" name="Footer Placeholder 5">
            <a:extLst>
              <a:ext uri="{FF2B5EF4-FFF2-40B4-BE49-F238E27FC236}">
                <a16:creationId xmlns:a16="http://schemas.microsoft.com/office/drawing/2014/main" id="{552CFBC3-FA30-B4FC-F67B-66BEA7C7AA26}"/>
              </a:ext>
            </a:extLst>
          </p:cNvPr>
          <p:cNvSpPr>
            <a:spLocks noGrp="1"/>
          </p:cNvSpPr>
          <p:nvPr>
            <p:ph type="ftr" sz="quarter" idx="11"/>
          </p:nvPr>
        </p:nvSpPr>
        <p:spPr/>
        <p:txBody>
          <a:bodyPr/>
          <a:lstStyle/>
          <a:p>
            <a:pPr>
              <a:defRPr/>
            </a:pPr>
            <a:endParaRPr lang="en-GB" dirty="0"/>
          </a:p>
        </p:txBody>
      </p:sp>
      <p:sp>
        <p:nvSpPr>
          <p:cNvPr id="7" name="Slide Number Placeholder 6">
            <a:extLst>
              <a:ext uri="{FF2B5EF4-FFF2-40B4-BE49-F238E27FC236}">
                <a16:creationId xmlns:a16="http://schemas.microsoft.com/office/drawing/2014/main" id="{002A783D-3AEB-C36F-E69D-2E1E7E6C639E}"/>
              </a:ext>
            </a:extLst>
          </p:cNvPr>
          <p:cNvSpPr>
            <a:spLocks noGrp="1"/>
          </p:cNvSpPr>
          <p:nvPr>
            <p:ph type="sldNum" sz="quarter" idx="12"/>
          </p:nvPr>
        </p:nvSpPr>
        <p:spPr/>
        <p:txBody>
          <a:bodyPr/>
          <a:lstStyle/>
          <a:p>
            <a:pPr>
              <a:defRPr/>
            </a:pPr>
            <a:fld id="{D4BC1F58-64B1-45ED-85F5-FFBBC03AAB19}" type="slidenum">
              <a:rPr lang="en-GB" smtClean="0"/>
              <a:pPr>
                <a:defRPr/>
              </a:pPr>
              <a:t>‹#›</a:t>
            </a:fld>
            <a:endParaRPr lang="en-GB" dirty="0"/>
          </a:p>
        </p:txBody>
      </p:sp>
    </p:spTree>
    <p:extLst>
      <p:ext uri="{BB962C8B-B14F-4D97-AF65-F5344CB8AC3E}">
        <p14:creationId xmlns:p14="http://schemas.microsoft.com/office/powerpoint/2010/main" val="3605378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F7F12-F017-BE84-784D-72FB63B43B09}"/>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25958E22-C971-6632-DC14-5DEE2906BA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B555CB4E-98D1-264B-14AE-CC93768D97FF}"/>
              </a:ext>
            </a:extLst>
          </p:cNvPr>
          <p:cNvSpPr>
            <a:spLocks noGrp="1"/>
          </p:cNvSpPr>
          <p:nvPr>
            <p:ph type="dt" sz="half" idx="10"/>
          </p:nvPr>
        </p:nvSpPr>
        <p:spPr/>
        <p:txBody>
          <a:bodyPr/>
          <a:lstStyle/>
          <a:p>
            <a:pPr>
              <a:defRPr/>
            </a:pPr>
            <a:endParaRPr lang="en-GB" dirty="0"/>
          </a:p>
        </p:txBody>
      </p:sp>
      <p:sp>
        <p:nvSpPr>
          <p:cNvPr id="5" name="Footer Placeholder 4">
            <a:extLst>
              <a:ext uri="{FF2B5EF4-FFF2-40B4-BE49-F238E27FC236}">
                <a16:creationId xmlns:a16="http://schemas.microsoft.com/office/drawing/2014/main" id="{C06AA4B9-F6D4-F752-209E-A7DB60373115}"/>
              </a:ext>
            </a:extLst>
          </p:cNvPr>
          <p:cNvSpPr>
            <a:spLocks noGrp="1"/>
          </p:cNvSpPr>
          <p:nvPr>
            <p:ph type="ftr" sz="quarter" idx="11"/>
          </p:nvPr>
        </p:nvSpPr>
        <p:spPr/>
        <p:txBody>
          <a:bodyPr/>
          <a:lstStyle/>
          <a:p>
            <a:pPr>
              <a:defRPr/>
            </a:pPr>
            <a:endParaRPr lang="en-GB" dirty="0"/>
          </a:p>
        </p:txBody>
      </p:sp>
      <p:sp>
        <p:nvSpPr>
          <p:cNvPr id="6" name="Slide Number Placeholder 5">
            <a:extLst>
              <a:ext uri="{FF2B5EF4-FFF2-40B4-BE49-F238E27FC236}">
                <a16:creationId xmlns:a16="http://schemas.microsoft.com/office/drawing/2014/main" id="{3808B1F5-5127-E43D-D2BA-7F63BA0AB948}"/>
              </a:ext>
            </a:extLst>
          </p:cNvPr>
          <p:cNvSpPr>
            <a:spLocks noGrp="1"/>
          </p:cNvSpPr>
          <p:nvPr>
            <p:ph type="sldNum" sz="quarter" idx="12"/>
          </p:nvPr>
        </p:nvSpPr>
        <p:spPr/>
        <p:txBody>
          <a:bodyPr/>
          <a:lstStyle/>
          <a:p>
            <a:pPr>
              <a:defRPr/>
            </a:pPr>
            <a:fld id="{BC671EA8-357C-4D94-8FAB-0A80CD27D2E6}" type="slidenum">
              <a:rPr lang="en-GB" smtClean="0"/>
              <a:pPr>
                <a:defRPr/>
              </a:pPr>
              <a:t>‹#›</a:t>
            </a:fld>
            <a:endParaRPr lang="en-GB" dirty="0"/>
          </a:p>
        </p:txBody>
      </p:sp>
    </p:spTree>
    <p:extLst>
      <p:ext uri="{BB962C8B-B14F-4D97-AF65-F5344CB8AC3E}">
        <p14:creationId xmlns:p14="http://schemas.microsoft.com/office/powerpoint/2010/main" val="1182703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BA0E09-75A8-65C3-8B96-DFD4E29DECAA}"/>
              </a:ext>
            </a:extLst>
          </p:cNvPr>
          <p:cNvSpPr>
            <a:spLocks noGrp="1"/>
          </p:cNvSpPr>
          <p:nvPr>
            <p:ph type="title" orient="vert"/>
          </p:nvPr>
        </p:nvSpPr>
        <p:spPr>
          <a:xfrm>
            <a:off x="10819785" y="1138480"/>
            <a:ext cx="3260110" cy="18121634"/>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FE3B0047-BFA4-E729-3AD2-1469B478A65B}"/>
              </a:ext>
            </a:extLst>
          </p:cNvPr>
          <p:cNvSpPr>
            <a:spLocks noGrp="1"/>
          </p:cNvSpPr>
          <p:nvPr>
            <p:ph type="body" orient="vert" idx="1"/>
          </p:nvPr>
        </p:nvSpPr>
        <p:spPr>
          <a:xfrm>
            <a:off x="1039455" y="1138480"/>
            <a:ext cx="9591338" cy="181216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0737173-3134-7C93-E140-8DA4715CA63C}"/>
              </a:ext>
            </a:extLst>
          </p:cNvPr>
          <p:cNvSpPr>
            <a:spLocks noGrp="1"/>
          </p:cNvSpPr>
          <p:nvPr>
            <p:ph type="dt" sz="half" idx="10"/>
          </p:nvPr>
        </p:nvSpPr>
        <p:spPr/>
        <p:txBody>
          <a:bodyPr/>
          <a:lstStyle/>
          <a:p>
            <a:pPr>
              <a:defRPr/>
            </a:pPr>
            <a:endParaRPr lang="en-GB" dirty="0"/>
          </a:p>
        </p:txBody>
      </p:sp>
      <p:sp>
        <p:nvSpPr>
          <p:cNvPr id="5" name="Footer Placeholder 4">
            <a:extLst>
              <a:ext uri="{FF2B5EF4-FFF2-40B4-BE49-F238E27FC236}">
                <a16:creationId xmlns:a16="http://schemas.microsoft.com/office/drawing/2014/main" id="{834E634F-292C-56DB-1B3D-B83EC0F27B72}"/>
              </a:ext>
            </a:extLst>
          </p:cNvPr>
          <p:cNvSpPr>
            <a:spLocks noGrp="1"/>
          </p:cNvSpPr>
          <p:nvPr>
            <p:ph type="ftr" sz="quarter" idx="11"/>
          </p:nvPr>
        </p:nvSpPr>
        <p:spPr/>
        <p:txBody>
          <a:bodyPr/>
          <a:lstStyle/>
          <a:p>
            <a:pPr>
              <a:defRPr/>
            </a:pPr>
            <a:endParaRPr lang="en-GB" dirty="0"/>
          </a:p>
        </p:txBody>
      </p:sp>
      <p:sp>
        <p:nvSpPr>
          <p:cNvPr id="6" name="Slide Number Placeholder 5">
            <a:extLst>
              <a:ext uri="{FF2B5EF4-FFF2-40B4-BE49-F238E27FC236}">
                <a16:creationId xmlns:a16="http://schemas.microsoft.com/office/drawing/2014/main" id="{7CDCFC13-8E33-C420-3A1C-9C10BD1DF11D}"/>
              </a:ext>
            </a:extLst>
          </p:cNvPr>
          <p:cNvSpPr>
            <a:spLocks noGrp="1"/>
          </p:cNvSpPr>
          <p:nvPr>
            <p:ph type="sldNum" sz="quarter" idx="12"/>
          </p:nvPr>
        </p:nvSpPr>
        <p:spPr/>
        <p:txBody>
          <a:bodyPr/>
          <a:lstStyle/>
          <a:p>
            <a:pPr>
              <a:defRPr/>
            </a:pPr>
            <a:fld id="{71B0EF4D-1339-4BAE-BE58-73852D239BFC}" type="slidenum">
              <a:rPr lang="en-GB" smtClean="0"/>
              <a:pPr>
                <a:defRPr/>
              </a:pPr>
              <a:t>‹#›</a:t>
            </a:fld>
            <a:endParaRPr lang="en-GB" dirty="0"/>
          </a:p>
        </p:txBody>
      </p:sp>
    </p:spTree>
    <p:extLst>
      <p:ext uri="{BB962C8B-B14F-4D97-AF65-F5344CB8AC3E}">
        <p14:creationId xmlns:p14="http://schemas.microsoft.com/office/powerpoint/2010/main" val="442271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B9E5BE-6DBE-18C4-2183-6DA6110DDA95}"/>
              </a:ext>
            </a:extLst>
          </p:cNvPr>
          <p:cNvSpPr>
            <a:spLocks noGrp="1"/>
          </p:cNvSpPr>
          <p:nvPr>
            <p:ph type="title"/>
          </p:nvPr>
        </p:nvSpPr>
        <p:spPr>
          <a:xfrm>
            <a:off x="1039456" y="1138482"/>
            <a:ext cx="13040439" cy="4133179"/>
          </a:xfrm>
          <a:prstGeom prst="rect">
            <a:avLst/>
          </a:prstGeom>
        </p:spPr>
        <p:txBody>
          <a:bodyPr vert="horz" lIns="91440" tIns="45720" rIns="91440" bIns="45720" rtlCol="0" anchor="ctr">
            <a:normAutofit/>
          </a:bodyPr>
          <a:lstStyle/>
          <a:p>
            <a:r>
              <a:rPr lang="en-US" dirty="0"/>
              <a:t>Click to edit Master title style</a:t>
            </a:r>
            <a:endParaRPr lang="en-IE" dirty="0"/>
          </a:p>
        </p:txBody>
      </p:sp>
      <p:sp>
        <p:nvSpPr>
          <p:cNvPr id="3" name="Text Placeholder 2">
            <a:extLst>
              <a:ext uri="{FF2B5EF4-FFF2-40B4-BE49-F238E27FC236}">
                <a16:creationId xmlns:a16="http://schemas.microsoft.com/office/drawing/2014/main" id="{FB82EC90-EAF7-8FB8-D3C0-CBBE1209B2C6}"/>
              </a:ext>
            </a:extLst>
          </p:cNvPr>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Date Placeholder 3">
            <a:extLst>
              <a:ext uri="{FF2B5EF4-FFF2-40B4-BE49-F238E27FC236}">
                <a16:creationId xmlns:a16="http://schemas.microsoft.com/office/drawing/2014/main" id="{DB78744B-E1ED-8B63-295A-03194904A118}"/>
              </a:ext>
            </a:extLst>
          </p:cNvPr>
          <p:cNvSpPr>
            <a:spLocks noGrp="1"/>
          </p:cNvSpPr>
          <p:nvPr>
            <p:ph type="dt" sz="half" idx="2"/>
          </p:nvPr>
        </p:nvSpPr>
        <p:spPr>
          <a:xfrm>
            <a:off x="1039455" y="19819454"/>
            <a:ext cx="3401854" cy="1138480"/>
          </a:xfrm>
          <a:prstGeom prst="rect">
            <a:avLst/>
          </a:prstGeom>
        </p:spPr>
        <p:txBody>
          <a:bodyPr vert="horz" lIns="91440" tIns="45720" rIns="91440" bIns="45720" rtlCol="0" anchor="ctr"/>
          <a:lstStyle>
            <a:lvl1pPr algn="l">
              <a:defRPr sz="1488">
                <a:solidFill>
                  <a:schemeClr val="tx1">
                    <a:tint val="82000"/>
                  </a:schemeClr>
                </a:solidFill>
              </a:defRPr>
            </a:lvl1pPr>
          </a:lstStyle>
          <a:p>
            <a:pPr>
              <a:defRPr/>
            </a:pPr>
            <a:endParaRPr lang="en-GB" dirty="0"/>
          </a:p>
        </p:txBody>
      </p:sp>
      <p:sp>
        <p:nvSpPr>
          <p:cNvPr id="5" name="Footer Placeholder 4">
            <a:extLst>
              <a:ext uri="{FF2B5EF4-FFF2-40B4-BE49-F238E27FC236}">
                <a16:creationId xmlns:a16="http://schemas.microsoft.com/office/drawing/2014/main" id="{EF844165-24B2-883A-2A49-996298CD39C0}"/>
              </a:ext>
            </a:extLst>
          </p:cNvPr>
          <p:cNvSpPr>
            <a:spLocks noGrp="1"/>
          </p:cNvSpPr>
          <p:nvPr>
            <p:ph type="ftr" sz="quarter" idx="3"/>
          </p:nvPr>
        </p:nvSpPr>
        <p:spPr>
          <a:xfrm>
            <a:off x="5008285" y="19819454"/>
            <a:ext cx="5102781" cy="1138480"/>
          </a:xfrm>
          <a:prstGeom prst="rect">
            <a:avLst/>
          </a:prstGeom>
        </p:spPr>
        <p:txBody>
          <a:bodyPr vert="horz" lIns="91440" tIns="45720" rIns="91440" bIns="45720" rtlCol="0" anchor="ctr"/>
          <a:lstStyle>
            <a:lvl1pPr algn="ctr">
              <a:defRPr sz="1488">
                <a:solidFill>
                  <a:schemeClr val="tx1">
                    <a:tint val="82000"/>
                  </a:schemeClr>
                </a:solidFill>
              </a:defRPr>
            </a:lvl1pPr>
          </a:lstStyle>
          <a:p>
            <a:pPr>
              <a:defRPr/>
            </a:pPr>
            <a:endParaRPr lang="en-GB" dirty="0"/>
          </a:p>
        </p:txBody>
      </p:sp>
      <p:sp>
        <p:nvSpPr>
          <p:cNvPr id="6" name="Slide Number Placeholder 5">
            <a:extLst>
              <a:ext uri="{FF2B5EF4-FFF2-40B4-BE49-F238E27FC236}">
                <a16:creationId xmlns:a16="http://schemas.microsoft.com/office/drawing/2014/main" id="{857F77DC-72ED-F0FA-B1A4-513165086168}"/>
              </a:ext>
            </a:extLst>
          </p:cNvPr>
          <p:cNvSpPr>
            <a:spLocks noGrp="1"/>
          </p:cNvSpPr>
          <p:nvPr>
            <p:ph type="sldNum" sz="quarter" idx="4"/>
          </p:nvPr>
        </p:nvSpPr>
        <p:spPr>
          <a:xfrm>
            <a:off x="10678041" y="19819454"/>
            <a:ext cx="3401854" cy="1138480"/>
          </a:xfrm>
          <a:prstGeom prst="rect">
            <a:avLst/>
          </a:prstGeom>
        </p:spPr>
        <p:txBody>
          <a:bodyPr vert="horz" lIns="91440" tIns="45720" rIns="91440" bIns="45720" rtlCol="0" anchor="ctr"/>
          <a:lstStyle>
            <a:lvl1pPr algn="r">
              <a:defRPr sz="1488">
                <a:solidFill>
                  <a:schemeClr val="tx1">
                    <a:tint val="82000"/>
                  </a:schemeClr>
                </a:solidFill>
              </a:defRPr>
            </a:lvl1pPr>
          </a:lstStyle>
          <a:p>
            <a:pPr>
              <a:defRPr/>
            </a:pPr>
            <a:fld id="{88256243-3619-405D-A723-0537E891641A}" type="slidenum">
              <a:rPr lang="en-GB" smtClean="0"/>
              <a:pPr>
                <a:defRPr/>
              </a:pPr>
              <a:t>‹#›</a:t>
            </a:fld>
            <a:endParaRPr lang="en-GB" dirty="0"/>
          </a:p>
        </p:txBody>
      </p:sp>
    </p:spTree>
    <p:extLst>
      <p:ext uri="{BB962C8B-B14F-4D97-AF65-F5344CB8AC3E}">
        <p14:creationId xmlns:p14="http://schemas.microsoft.com/office/powerpoint/2010/main" val="42774882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133947" rtl="0" eaLnBrk="1" latinLnBrk="0" hangingPunct="1">
        <a:lnSpc>
          <a:spcPct val="90000"/>
        </a:lnSpc>
        <a:spcBef>
          <a:spcPct val="0"/>
        </a:spcBef>
        <a:buNone/>
        <a:defRPr sz="5456" kern="1200">
          <a:solidFill>
            <a:schemeClr val="accent2"/>
          </a:solidFill>
          <a:latin typeface="+mj-lt"/>
          <a:ea typeface="+mj-ea"/>
          <a:cs typeface="+mj-cs"/>
        </a:defRPr>
      </a:lvl1pPr>
    </p:titleStyle>
    <p:bodyStyle>
      <a:lvl1pPr marL="283487" indent="-283487" algn="l" defTabSz="1133947" rtl="0" eaLnBrk="1" latinLnBrk="0" hangingPunct="1">
        <a:lnSpc>
          <a:spcPct val="90000"/>
        </a:lnSpc>
        <a:spcBef>
          <a:spcPts val="1240"/>
        </a:spcBef>
        <a:buFont typeface="Arial" panose="020B0604020202020204" pitchFamily="34" charset="0"/>
        <a:buChar char="•"/>
        <a:defRPr sz="3472" kern="1200">
          <a:solidFill>
            <a:schemeClr val="accent2"/>
          </a:solidFill>
          <a:latin typeface="+mn-lt"/>
          <a:ea typeface="+mn-ea"/>
          <a:cs typeface="+mn-cs"/>
        </a:defRPr>
      </a:lvl1pPr>
      <a:lvl2pPr marL="850461" indent="-283487" algn="l" defTabSz="1133947" rtl="0" eaLnBrk="1" latinLnBrk="0" hangingPunct="1">
        <a:lnSpc>
          <a:spcPct val="90000"/>
        </a:lnSpc>
        <a:spcBef>
          <a:spcPts val="620"/>
        </a:spcBef>
        <a:buFont typeface="Arial" panose="020B0604020202020204" pitchFamily="34" charset="0"/>
        <a:buChar char="•"/>
        <a:defRPr sz="2976" kern="1200">
          <a:solidFill>
            <a:schemeClr val="accent2"/>
          </a:solidFill>
          <a:latin typeface="+mn-lt"/>
          <a:ea typeface="+mn-ea"/>
          <a:cs typeface="+mn-cs"/>
        </a:defRPr>
      </a:lvl2pPr>
      <a:lvl3pPr marL="1417434" indent="-283487" algn="l" defTabSz="1133947" rtl="0" eaLnBrk="1" latinLnBrk="0" hangingPunct="1">
        <a:lnSpc>
          <a:spcPct val="90000"/>
        </a:lnSpc>
        <a:spcBef>
          <a:spcPts val="620"/>
        </a:spcBef>
        <a:buFont typeface="Arial" panose="020B0604020202020204" pitchFamily="34" charset="0"/>
        <a:buChar char="•"/>
        <a:defRPr sz="2480" kern="1200">
          <a:solidFill>
            <a:schemeClr val="accent2"/>
          </a:solidFill>
          <a:latin typeface="+mn-lt"/>
          <a:ea typeface="+mn-ea"/>
          <a:cs typeface="+mn-cs"/>
        </a:defRPr>
      </a:lvl3pPr>
      <a:lvl4pPr marL="1984408" indent="-283487" algn="l" defTabSz="1133947" rtl="0" eaLnBrk="1" latinLnBrk="0" hangingPunct="1">
        <a:lnSpc>
          <a:spcPct val="90000"/>
        </a:lnSpc>
        <a:spcBef>
          <a:spcPts val="620"/>
        </a:spcBef>
        <a:buFont typeface="Arial" panose="020B0604020202020204" pitchFamily="34" charset="0"/>
        <a:buChar char="•"/>
        <a:defRPr sz="2232" kern="1200">
          <a:solidFill>
            <a:schemeClr val="accent2"/>
          </a:solidFill>
          <a:latin typeface="+mn-lt"/>
          <a:ea typeface="+mn-ea"/>
          <a:cs typeface="+mn-cs"/>
        </a:defRPr>
      </a:lvl4pPr>
      <a:lvl5pPr marL="2551382" indent="-283487" algn="l" defTabSz="1133947" rtl="0" eaLnBrk="1" latinLnBrk="0" hangingPunct="1">
        <a:lnSpc>
          <a:spcPct val="90000"/>
        </a:lnSpc>
        <a:spcBef>
          <a:spcPts val="620"/>
        </a:spcBef>
        <a:buFont typeface="Arial" panose="020B0604020202020204" pitchFamily="34" charset="0"/>
        <a:buChar char="•"/>
        <a:defRPr sz="2232" kern="1200">
          <a:solidFill>
            <a:schemeClr val="accent2"/>
          </a:solidFill>
          <a:latin typeface="+mn-lt"/>
          <a:ea typeface="+mn-ea"/>
          <a:cs typeface="+mn-cs"/>
        </a:defRPr>
      </a:lvl5pPr>
      <a:lvl6pPr marL="3118355"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6pPr>
      <a:lvl7pPr marL="3685329"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7pPr>
      <a:lvl8pPr marL="4252303"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8pPr>
      <a:lvl9pPr marL="4819277"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9pPr>
    </p:bodyStyle>
    <p:otherStyle>
      <a:defPPr>
        <a:defRPr lang="en-US"/>
      </a:defPPr>
      <a:lvl1pPr marL="0" algn="l" defTabSz="1133947" rtl="0" eaLnBrk="1" latinLnBrk="0" hangingPunct="1">
        <a:defRPr sz="2232" kern="1200">
          <a:solidFill>
            <a:schemeClr val="tx1"/>
          </a:solidFill>
          <a:latin typeface="+mn-lt"/>
          <a:ea typeface="+mn-ea"/>
          <a:cs typeface="+mn-cs"/>
        </a:defRPr>
      </a:lvl1pPr>
      <a:lvl2pPr marL="566974" algn="l" defTabSz="1133947" rtl="0" eaLnBrk="1" latinLnBrk="0" hangingPunct="1">
        <a:defRPr sz="2232" kern="1200">
          <a:solidFill>
            <a:schemeClr val="tx1"/>
          </a:solidFill>
          <a:latin typeface="+mn-lt"/>
          <a:ea typeface="+mn-ea"/>
          <a:cs typeface="+mn-cs"/>
        </a:defRPr>
      </a:lvl2pPr>
      <a:lvl3pPr marL="1133947" algn="l" defTabSz="1133947" rtl="0" eaLnBrk="1" latinLnBrk="0" hangingPunct="1">
        <a:defRPr sz="2232" kern="1200">
          <a:solidFill>
            <a:schemeClr val="tx1"/>
          </a:solidFill>
          <a:latin typeface="+mn-lt"/>
          <a:ea typeface="+mn-ea"/>
          <a:cs typeface="+mn-cs"/>
        </a:defRPr>
      </a:lvl3pPr>
      <a:lvl4pPr marL="1700921" algn="l" defTabSz="1133947" rtl="0" eaLnBrk="1" latinLnBrk="0" hangingPunct="1">
        <a:defRPr sz="2232" kern="1200">
          <a:solidFill>
            <a:schemeClr val="tx1"/>
          </a:solidFill>
          <a:latin typeface="+mn-lt"/>
          <a:ea typeface="+mn-ea"/>
          <a:cs typeface="+mn-cs"/>
        </a:defRPr>
      </a:lvl4pPr>
      <a:lvl5pPr marL="2267895" algn="l" defTabSz="1133947" rtl="0" eaLnBrk="1" latinLnBrk="0" hangingPunct="1">
        <a:defRPr sz="2232" kern="1200">
          <a:solidFill>
            <a:schemeClr val="tx1"/>
          </a:solidFill>
          <a:latin typeface="+mn-lt"/>
          <a:ea typeface="+mn-ea"/>
          <a:cs typeface="+mn-cs"/>
        </a:defRPr>
      </a:lvl5pPr>
      <a:lvl6pPr marL="2834869" algn="l" defTabSz="1133947" rtl="0" eaLnBrk="1" latinLnBrk="0" hangingPunct="1">
        <a:defRPr sz="2232" kern="1200">
          <a:solidFill>
            <a:schemeClr val="tx1"/>
          </a:solidFill>
          <a:latin typeface="+mn-lt"/>
          <a:ea typeface="+mn-ea"/>
          <a:cs typeface="+mn-cs"/>
        </a:defRPr>
      </a:lvl6pPr>
      <a:lvl7pPr marL="3401842" algn="l" defTabSz="1133947" rtl="0" eaLnBrk="1" latinLnBrk="0" hangingPunct="1">
        <a:defRPr sz="2232" kern="1200">
          <a:solidFill>
            <a:schemeClr val="tx1"/>
          </a:solidFill>
          <a:latin typeface="+mn-lt"/>
          <a:ea typeface="+mn-ea"/>
          <a:cs typeface="+mn-cs"/>
        </a:defRPr>
      </a:lvl7pPr>
      <a:lvl8pPr marL="3968816" algn="l" defTabSz="1133947" rtl="0" eaLnBrk="1" latinLnBrk="0" hangingPunct="1">
        <a:defRPr sz="2232" kern="1200">
          <a:solidFill>
            <a:schemeClr val="tx1"/>
          </a:solidFill>
          <a:latin typeface="+mn-lt"/>
          <a:ea typeface="+mn-ea"/>
          <a:cs typeface="+mn-cs"/>
        </a:defRPr>
      </a:lvl8pPr>
      <a:lvl9pPr marL="4535790" algn="l" defTabSz="1133947" rtl="0" eaLnBrk="1" latinLnBrk="0" hangingPunct="1">
        <a:defRPr sz="223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761C9C5-7467-781B-074F-D11F195A91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8144" y="16755148"/>
            <a:ext cx="12023062" cy="4328304"/>
          </a:xfrm>
          <a:prstGeom prst="rect">
            <a:avLst/>
          </a:prstGeom>
        </p:spPr>
      </p:pic>
      <p:sp>
        <p:nvSpPr>
          <p:cNvPr id="2051" name="Text Box 19"/>
          <p:cNvSpPr txBox="1">
            <a:spLocks noChangeArrowheads="1"/>
          </p:cNvSpPr>
          <p:nvPr/>
        </p:nvSpPr>
        <p:spPr bwMode="auto">
          <a:xfrm>
            <a:off x="11894804" y="1711217"/>
            <a:ext cx="642377" cy="510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08917" tIns="104458" rIns="208917" bIns="104458">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sz="1854" dirty="0"/>
          </a:p>
        </p:txBody>
      </p:sp>
      <p:sp>
        <p:nvSpPr>
          <p:cNvPr id="2055" name="Text Box 670"/>
          <p:cNvSpPr txBox="1">
            <a:spLocks noChangeArrowheads="1"/>
          </p:cNvSpPr>
          <p:nvPr/>
        </p:nvSpPr>
        <p:spPr bwMode="auto">
          <a:xfrm>
            <a:off x="67721" y="3263139"/>
            <a:ext cx="14983908" cy="138050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208917" tIns="104458" rIns="208917" bIns="104458">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lgn="ctr"/>
            <a:r>
              <a:rPr lang="en-US" sz="4000" b="1" dirty="0">
                <a:solidFill>
                  <a:schemeClr val="accent2"/>
                </a:solidFill>
                <a:latin typeface="+mj-lt"/>
                <a:ea typeface="Verdana" panose="020B0604030504040204" pitchFamily="34" charset="0"/>
                <a:cs typeface="Lucida Sans"/>
              </a:rPr>
              <a:t>Momentum</a:t>
            </a:r>
          </a:p>
          <a:p>
            <a:pPr lvl="0" algn="ctr"/>
            <a:r>
              <a:rPr lang="en-GB" sz="3600" dirty="0">
                <a:solidFill>
                  <a:schemeClr val="bg1"/>
                </a:solidFill>
                <a:latin typeface="+mn-lt"/>
                <a:cs typeface="Lucida Sans"/>
              </a:rPr>
              <a:t>Eoin Fitzsimons, BSH Computing</a:t>
            </a:r>
          </a:p>
        </p:txBody>
      </p:sp>
      <p:sp>
        <p:nvSpPr>
          <p:cNvPr id="2058" name="Text Box 1338"/>
          <p:cNvSpPr txBox="1">
            <a:spLocks noChangeArrowheads="1"/>
          </p:cNvSpPr>
          <p:nvPr/>
        </p:nvSpPr>
        <p:spPr bwMode="auto">
          <a:xfrm>
            <a:off x="17828346" y="14217855"/>
            <a:ext cx="425805" cy="510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08917" tIns="104458" rIns="208917" bIns="104458">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sz="1854" dirty="0">
              <a:latin typeface="Arial" charset="0"/>
            </a:endParaRPr>
          </a:p>
        </p:txBody>
      </p:sp>
      <p:sp>
        <p:nvSpPr>
          <p:cNvPr id="2059" name="Rectangle 2645"/>
          <p:cNvSpPr>
            <a:spLocks noChangeArrowheads="1"/>
          </p:cNvSpPr>
          <p:nvPr/>
        </p:nvSpPr>
        <p:spPr bwMode="auto">
          <a:xfrm>
            <a:off x="8453503" y="5756222"/>
            <a:ext cx="2822789" cy="2917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08957" tIns="104479" rIns="208957" bIns="104479"/>
          <a:lstStyle/>
          <a:p>
            <a:endParaRPr lang="en-IE" sz="2380" dirty="0"/>
          </a:p>
        </p:txBody>
      </p:sp>
      <p:sp>
        <p:nvSpPr>
          <p:cNvPr id="2060" name="Rectangle 2708"/>
          <p:cNvSpPr>
            <a:spLocks noChangeArrowheads="1"/>
          </p:cNvSpPr>
          <p:nvPr/>
        </p:nvSpPr>
        <p:spPr bwMode="auto">
          <a:xfrm>
            <a:off x="11738804" y="5709093"/>
            <a:ext cx="2888862" cy="2912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08957" tIns="104479" rIns="208957" bIns="104479"/>
          <a:lstStyle/>
          <a:p>
            <a:endParaRPr lang="en-IE" sz="2380" dirty="0"/>
          </a:p>
        </p:txBody>
      </p:sp>
      <p:sp>
        <p:nvSpPr>
          <p:cNvPr id="4" name="Rectangle: Rounded Corners 3">
            <a:extLst>
              <a:ext uri="{FF2B5EF4-FFF2-40B4-BE49-F238E27FC236}">
                <a16:creationId xmlns:a16="http://schemas.microsoft.com/office/drawing/2014/main" id="{378E6D67-96A4-CC60-5BB2-7D1E3E2B7031}"/>
              </a:ext>
            </a:extLst>
          </p:cNvPr>
          <p:cNvSpPr/>
          <p:nvPr/>
        </p:nvSpPr>
        <p:spPr>
          <a:xfrm>
            <a:off x="67721" y="4711190"/>
            <a:ext cx="14983908" cy="383191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000" dirty="0">
                <a:solidFill>
                  <a:schemeClr val="accent2"/>
                </a:solidFill>
                <a:latin typeface="+mj-lt"/>
                <a:ea typeface="Verdana" panose="020B0604030504040204" pitchFamily="34" charset="0"/>
              </a:rPr>
              <a:t>Overview</a:t>
            </a:r>
          </a:p>
          <a:p>
            <a:pPr algn="ctr"/>
            <a:endParaRPr lang="en-US" sz="2800" dirty="0">
              <a:solidFill>
                <a:schemeClr val="accent2"/>
              </a:solidFill>
              <a:ea typeface="Verdana" panose="020B0604030504040204" pitchFamily="34" charset="0"/>
            </a:endParaRPr>
          </a:p>
          <a:p>
            <a:pPr algn="ctr"/>
            <a:r>
              <a:rPr lang="en-IE" sz="2800" dirty="0"/>
              <a:t>Momentum is a desktop motorsport race simulation application that models the progress of a Formula-style race using autonomous driver agents. Users can configure accessibility settings, view the driver roster, run a race simulation, and analyse race results through a graphical interface.</a:t>
            </a:r>
            <a:endParaRPr lang="en-IE" sz="2800" dirty="0">
              <a:solidFill>
                <a:schemeClr val="bg1"/>
              </a:solidFill>
              <a:ea typeface="Verdana" panose="020B0604030504040204" pitchFamily="34" charset="0"/>
            </a:endParaRPr>
          </a:p>
        </p:txBody>
      </p:sp>
      <p:sp>
        <p:nvSpPr>
          <p:cNvPr id="5" name="Rectangle: Rounded Corners 4">
            <a:extLst>
              <a:ext uri="{FF2B5EF4-FFF2-40B4-BE49-F238E27FC236}">
                <a16:creationId xmlns:a16="http://schemas.microsoft.com/office/drawing/2014/main" id="{91E2446F-FD57-1163-2B8D-882F4BE1EB7F}"/>
              </a:ext>
            </a:extLst>
          </p:cNvPr>
          <p:cNvSpPr/>
          <p:nvPr/>
        </p:nvSpPr>
        <p:spPr>
          <a:xfrm>
            <a:off x="67721" y="8689894"/>
            <a:ext cx="14983908" cy="383191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000" dirty="0">
                <a:solidFill>
                  <a:schemeClr val="accent2"/>
                </a:solidFill>
                <a:latin typeface="+mj-lt"/>
                <a:ea typeface="Verdana" panose="020B0604030504040204" pitchFamily="34" charset="0"/>
              </a:rPr>
              <a:t>Motivation</a:t>
            </a:r>
          </a:p>
          <a:p>
            <a:pPr algn="ctr"/>
            <a:endParaRPr lang="en-US" sz="2800" dirty="0">
              <a:solidFill>
                <a:schemeClr val="accent2"/>
              </a:solidFill>
              <a:latin typeface="+mj-lt"/>
              <a:ea typeface="Verdana" panose="020B0604030504040204" pitchFamily="34" charset="0"/>
            </a:endParaRPr>
          </a:p>
          <a:p>
            <a:pPr algn="ctr"/>
            <a:r>
              <a:rPr lang="en-IE" sz="2800" dirty="0"/>
              <a:t>Many motorsport management games rely on complex mechanics that can be difficult to understand or modify. Momentum was developed to demonstrate how an accessible, agent-based race simulation can model strategic driver behaviour while remaining easy to use. The application is intended for motorsport enthusiasts, students interested in simulation systems, and users wishing to explore race strategy in an interactive environment.</a:t>
            </a:r>
            <a:endParaRPr lang="en-IE" sz="4000" dirty="0">
              <a:solidFill>
                <a:schemeClr val="accent2"/>
              </a:solidFill>
              <a:ea typeface="Verdana" panose="020B0604030504040204" pitchFamily="34" charset="0"/>
            </a:endParaRPr>
          </a:p>
        </p:txBody>
      </p:sp>
      <p:sp>
        <p:nvSpPr>
          <p:cNvPr id="6" name="Rectangle: Rounded Corners 5">
            <a:extLst>
              <a:ext uri="{FF2B5EF4-FFF2-40B4-BE49-F238E27FC236}">
                <a16:creationId xmlns:a16="http://schemas.microsoft.com/office/drawing/2014/main" id="{95A572BF-E818-8FC6-9640-DEBD35968E62}"/>
              </a:ext>
            </a:extLst>
          </p:cNvPr>
          <p:cNvSpPr/>
          <p:nvPr/>
        </p:nvSpPr>
        <p:spPr>
          <a:xfrm>
            <a:off x="67721" y="12705663"/>
            <a:ext cx="14983908" cy="383191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000" dirty="0">
                <a:solidFill>
                  <a:schemeClr val="accent2"/>
                </a:solidFill>
                <a:latin typeface="+mj-lt"/>
                <a:ea typeface="Verdana" panose="020B0604030504040204" pitchFamily="34" charset="0"/>
              </a:rPr>
              <a:t>How it Works</a:t>
            </a:r>
            <a:endParaRPr lang="en-US" sz="4000" dirty="0">
              <a:solidFill>
                <a:schemeClr val="bg1"/>
              </a:solidFill>
              <a:latin typeface="+mj-lt"/>
              <a:ea typeface="Verdana" panose="020B0604030504040204" pitchFamily="34" charset="0"/>
            </a:endParaRPr>
          </a:p>
          <a:p>
            <a:endParaRPr lang="en-IE" sz="2800" dirty="0"/>
          </a:p>
          <a:p>
            <a:pPr algn="ctr"/>
            <a:r>
              <a:rPr lang="en-IE" sz="2800" dirty="0"/>
              <a:t>The simulation represents each driver as an autonomous agent with unique performance attributes. During each simulation update, driver decisions, vehicle performance, and track conditions determine lap progression, overtaking opportunities, and race positions.</a:t>
            </a:r>
          </a:p>
          <a:p>
            <a:pPr algn="ctr"/>
            <a:r>
              <a:rPr lang="en-IE" sz="2800" dirty="0"/>
              <a:t>The application follows a modular architecture separating the graphical interface, race controller, simulation engine, and data management components.</a:t>
            </a:r>
            <a:endParaRPr lang="en-IE" sz="4000" dirty="0">
              <a:solidFill>
                <a:schemeClr val="accent2"/>
              </a:solidFill>
              <a:latin typeface="Verdana" panose="020B0604030504040204" pitchFamily="34" charset="0"/>
              <a:ea typeface="Verdana" panose="020B0604030504040204" pitchFamily="34" charset="0"/>
            </a:endParaRPr>
          </a:p>
        </p:txBody>
      </p:sp>
      <p:sp>
        <p:nvSpPr>
          <p:cNvPr id="7" name="Rectangle: Rounded Corners 6">
            <a:extLst>
              <a:ext uri="{FF2B5EF4-FFF2-40B4-BE49-F238E27FC236}">
                <a16:creationId xmlns:a16="http://schemas.microsoft.com/office/drawing/2014/main" id="{0C737BFE-69C1-42B2-0DEF-B6DAADAC32FD}"/>
              </a:ext>
            </a:extLst>
          </p:cNvPr>
          <p:cNvSpPr/>
          <p:nvPr/>
        </p:nvSpPr>
        <p:spPr>
          <a:xfrm>
            <a:off x="67721" y="16755149"/>
            <a:ext cx="14983908" cy="432830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2"/>
                </a:solidFill>
                <a:latin typeface="+mj-lt"/>
                <a:ea typeface="Verdana" panose="020B0604030504040204" pitchFamily="34" charset="0"/>
              </a:rPr>
              <a:t>Technologies</a:t>
            </a:r>
          </a:p>
        </p:txBody>
      </p:sp>
      <p:pic>
        <p:nvPicPr>
          <p:cNvPr id="8" name="Picture 7">
            <a:extLst>
              <a:ext uri="{FF2B5EF4-FFF2-40B4-BE49-F238E27FC236}">
                <a16:creationId xmlns:a16="http://schemas.microsoft.com/office/drawing/2014/main" id="{37096884-B0F4-FB70-4EAE-C782ED0731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7231"/>
            <a:ext cx="15119350" cy="3236976"/>
          </a:xfrm>
          <a:prstGeom prst="rect">
            <a:avLst/>
          </a:prstGeom>
        </p:spPr>
      </p:pic>
    </p:spTree>
  </p:cSld>
  <p:clrMapOvr>
    <a:masterClrMapping/>
  </p:clrMapOvr>
</p:sld>
</file>

<file path=ppt/theme/theme1.xml><?xml version="1.0" encoding="utf-8"?>
<a:theme xmlns:a="http://schemas.openxmlformats.org/drawingml/2006/main" name="Office Theme">
  <a:themeElements>
    <a:clrScheme name="Momentum">
      <a:dk1>
        <a:srgbClr val="353839"/>
      </a:dk1>
      <a:lt1>
        <a:srgbClr val="B9F2FF"/>
      </a:lt1>
      <a:dk2>
        <a:srgbClr val="353839"/>
      </a:dk2>
      <a:lt2>
        <a:srgbClr val="F5F5F5"/>
      </a:lt2>
      <a:accent1>
        <a:srgbClr val="B9F2FF"/>
      </a:accent1>
      <a:accent2>
        <a:srgbClr val="DD2D4A"/>
      </a:accent2>
      <a:accent3>
        <a:srgbClr val="228B22"/>
      </a:accent3>
      <a:accent4>
        <a:srgbClr val="DAA520"/>
      </a:accent4>
      <a:accent5>
        <a:srgbClr val="353839"/>
      </a:accent5>
      <a:accent6>
        <a:srgbClr val="F5F5F5"/>
      </a:accent6>
      <a:hlink>
        <a:srgbClr val="467886"/>
      </a:hlink>
      <a:folHlink>
        <a:srgbClr val="96607D"/>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7505</TotalTime>
  <Words>186</Words>
  <Application>Microsoft Office PowerPoint</Application>
  <PresentationFormat>Custom</PresentationFormat>
  <Paragraphs>14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Gill Sans MT</vt:lpstr>
      <vt:lpstr>Times New Roman</vt:lpstr>
      <vt:lpstr>Verdana</vt:lpstr>
      <vt:lpstr>Office Theme</vt:lpstr>
      <vt:lpstr>PowerPoint Presentation</vt:lpstr>
    </vt:vector>
  </TitlesOfParts>
  <Company>NUI Maynooth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immunogenicity of Human Mesenchymal Stem Cells J.M. Ryan and B. P. Mahon Mucosal Immunology Laboratory, Institute of Immunology, NUI Maynooth, Co. Kildare, ireland.</dc:title>
  <dc:creator>plawlor</dc:creator>
  <cp:lastModifiedBy>Eoin Fitzsimons</cp:lastModifiedBy>
  <cp:revision>227</cp:revision>
  <cp:lastPrinted>2010-10-11T09:33:37Z</cp:lastPrinted>
  <dcterms:created xsi:type="dcterms:W3CDTF">2013-05-01T11:03:42Z</dcterms:created>
  <dcterms:modified xsi:type="dcterms:W3CDTF">2026-08-02T21:39:39Z</dcterms:modified>
</cp:coreProperties>
</file>