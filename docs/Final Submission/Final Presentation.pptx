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72" r:id="rId1"/>
  </p:sldMasterIdLst>
  <p:notesMasterIdLst>
    <p:notesMasterId r:id="rId8"/>
  </p:notesMasterIdLst>
  <p:sldIdLst>
    <p:sldId id="256" r:id="rId2"/>
    <p:sldId id="257" r:id="rId3"/>
    <p:sldId id="259" r:id="rId4"/>
    <p:sldId id="260" r:id="rId5"/>
    <p:sldId id="261" r:id="rId6"/>
    <p:sldId id="262"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53839"/>
    <a:srgbClr val="A9304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8765" autoAdjust="0"/>
  </p:normalViewPr>
  <p:slideViewPr>
    <p:cSldViewPr snapToGrid="0">
      <p:cViewPr varScale="1">
        <p:scale>
          <a:sx n="109" d="100"/>
          <a:sy n="109" d="100"/>
        </p:scale>
        <p:origin x="153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1F8B658-A221-4539-BBEF-84208F403DFF}" type="doc">
      <dgm:prSet loTypeId="urn:microsoft.com/office/officeart/2005/8/layout/process1" loCatId="process" qsTypeId="urn:microsoft.com/office/officeart/2005/8/quickstyle/simple1" qsCatId="simple" csTypeId="urn:microsoft.com/office/officeart/2005/8/colors/accent0_1" csCatId="mainScheme" phldr="1"/>
      <dgm:spPr/>
    </dgm:pt>
    <dgm:pt modelId="{46509B18-8069-4705-810F-294DA09C2BD5}">
      <dgm:prSet phldrT="[Text]"/>
      <dgm:spPr/>
      <dgm:t>
        <a:bodyPr/>
        <a:lstStyle/>
        <a:p>
          <a:pPr>
            <a:buNone/>
          </a:pPr>
          <a:r>
            <a:rPr lang="en-IE" dirty="0"/>
            <a:t>Race Initialisation</a:t>
          </a:r>
        </a:p>
      </dgm:t>
    </dgm:pt>
    <dgm:pt modelId="{6916A3D2-96A3-45B4-817E-4E3F7ACFFFF7}" type="parTrans" cxnId="{3D77940C-BF16-4A41-A966-974FBFE1C777}">
      <dgm:prSet/>
      <dgm:spPr/>
      <dgm:t>
        <a:bodyPr/>
        <a:lstStyle/>
        <a:p>
          <a:endParaRPr lang="en-IE"/>
        </a:p>
      </dgm:t>
    </dgm:pt>
    <dgm:pt modelId="{FB669013-FD33-4426-B5C6-964C7EF775E4}" type="sibTrans" cxnId="{3D77940C-BF16-4A41-A966-974FBFE1C777}">
      <dgm:prSet/>
      <dgm:spPr>
        <a:solidFill>
          <a:schemeClr val="accent2"/>
        </a:solidFill>
      </dgm:spPr>
      <dgm:t>
        <a:bodyPr/>
        <a:lstStyle/>
        <a:p>
          <a:endParaRPr lang="en-IE"/>
        </a:p>
      </dgm:t>
    </dgm:pt>
    <dgm:pt modelId="{0DD7685A-6C0C-42E2-AB4F-E7C3495F9859}">
      <dgm:prSet phldrT="[Text]"/>
      <dgm:spPr/>
      <dgm:t>
        <a:bodyPr/>
        <a:lstStyle/>
        <a:p>
          <a:pPr>
            <a:buNone/>
          </a:pPr>
          <a:r>
            <a:rPr lang="en-IE" dirty="0"/>
            <a:t>Driver Behaviour Update</a:t>
          </a:r>
        </a:p>
      </dgm:t>
    </dgm:pt>
    <dgm:pt modelId="{80AE067D-78E9-4A59-8639-50CFD0950265}" type="parTrans" cxnId="{7BCC904F-0289-4E59-ADAA-13249E78A1B4}">
      <dgm:prSet/>
      <dgm:spPr/>
      <dgm:t>
        <a:bodyPr/>
        <a:lstStyle/>
        <a:p>
          <a:endParaRPr lang="en-IE"/>
        </a:p>
      </dgm:t>
    </dgm:pt>
    <dgm:pt modelId="{FD9AA3F4-7ED3-4F51-915F-CA8C2C38140D}" type="sibTrans" cxnId="{7BCC904F-0289-4E59-ADAA-13249E78A1B4}">
      <dgm:prSet/>
      <dgm:spPr>
        <a:solidFill>
          <a:srgbClr val="A93044"/>
        </a:solidFill>
      </dgm:spPr>
      <dgm:t>
        <a:bodyPr/>
        <a:lstStyle/>
        <a:p>
          <a:endParaRPr lang="en-IE"/>
        </a:p>
      </dgm:t>
    </dgm:pt>
    <dgm:pt modelId="{5FF5B6C2-B3F7-42E8-B4B5-093037CB6F10}">
      <dgm:prSet phldrT="[Text]"/>
      <dgm:spPr/>
      <dgm:t>
        <a:bodyPr/>
        <a:lstStyle/>
        <a:p>
          <a:pPr>
            <a:buNone/>
          </a:pPr>
          <a:r>
            <a:rPr lang="en-IE" dirty="0"/>
            <a:t>Race Simulation Loop</a:t>
          </a:r>
        </a:p>
      </dgm:t>
    </dgm:pt>
    <dgm:pt modelId="{DBFB854D-F5EE-4774-BD1A-AF8D1AA7649F}" type="parTrans" cxnId="{263AEEC2-4455-464C-A125-51B992427F07}">
      <dgm:prSet/>
      <dgm:spPr/>
      <dgm:t>
        <a:bodyPr/>
        <a:lstStyle/>
        <a:p>
          <a:endParaRPr lang="en-IE"/>
        </a:p>
      </dgm:t>
    </dgm:pt>
    <dgm:pt modelId="{ED1E0211-67EE-45C9-A773-7B8C03E63880}" type="sibTrans" cxnId="{263AEEC2-4455-464C-A125-51B992427F07}">
      <dgm:prSet/>
      <dgm:spPr>
        <a:solidFill>
          <a:srgbClr val="A93044"/>
        </a:solidFill>
      </dgm:spPr>
      <dgm:t>
        <a:bodyPr/>
        <a:lstStyle/>
        <a:p>
          <a:endParaRPr lang="en-IE"/>
        </a:p>
      </dgm:t>
    </dgm:pt>
    <dgm:pt modelId="{56FD32F2-27B3-42D3-B05C-78E4C3EEF271}">
      <dgm:prSet phldrT="[Text]"/>
      <dgm:spPr/>
      <dgm:t>
        <a:bodyPr/>
        <a:lstStyle/>
        <a:p>
          <a:pPr>
            <a:buNone/>
          </a:pPr>
          <a:r>
            <a:rPr lang="en-IE" dirty="0"/>
            <a:t>Checkpoint &amp; Position Update</a:t>
          </a:r>
        </a:p>
      </dgm:t>
    </dgm:pt>
    <dgm:pt modelId="{49D61686-8945-4E07-A5EF-294581385A96}" type="parTrans" cxnId="{A8A41619-AD62-4EDC-A4AF-B3513A80CB9B}">
      <dgm:prSet/>
      <dgm:spPr/>
      <dgm:t>
        <a:bodyPr/>
        <a:lstStyle/>
        <a:p>
          <a:endParaRPr lang="en-IE"/>
        </a:p>
      </dgm:t>
    </dgm:pt>
    <dgm:pt modelId="{36144163-E3F3-43F5-88EF-29A5FB3D925E}" type="sibTrans" cxnId="{A8A41619-AD62-4EDC-A4AF-B3513A80CB9B}">
      <dgm:prSet/>
      <dgm:spPr>
        <a:solidFill>
          <a:srgbClr val="A93044"/>
        </a:solidFill>
      </dgm:spPr>
      <dgm:t>
        <a:bodyPr/>
        <a:lstStyle/>
        <a:p>
          <a:endParaRPr lang="en-IE"/>
        </a:p>
      </dgm:t>
    </dgm:pt>
    <dgm:pt modelId="{49CE846F-54D6-44DB-A4EC-5A63E9F4EE48}">
      <dgm:prSet phldrT="[Text]"/>
      <dgm:spPr/>
      <dgm:t>
        <a:bodyPr/>
        <a:lstStyle/>
        <a:p>
          <a:pPr>
            <a:buNone/>
          </a:pPr>
          <a:r>
            <a:rPr lang="en-IE" dirty="0"/>
            <a:t>Telemetry Generation</a:t>
          </a:r>
        </a:p>
      </dgm:t>
    </dgm:pt>
    <dgm:pt modelId="{ECD844E2-940B-49D7-98F4-CAD0AF579DA0}" type="parTrans" cxnId="{33FDC06C-176F-40F6-971D-B75D6A5AFC54}">
      <dgm:prSet/>
      <dgm:spPr/>
      <dgm:t>
        <a:bodyPr/>
        <a:lstStyle/>
        <a:p>
          <a:endParaRPr lang="en-IE"/>
        </a:p>
      </dgm:t>
    </dgm:pt>
    <dgm:pt modelId="{8D493311-6832-4918-A830-3DCD54CC8FDF}" type="sibTrans" cxnId="{33FDC06C-176F-40F6-971D-B75D6A5AFC54}">
      <dgm:prSet/>
      <dgm:spPr/>
      <dgm:t>
        <a:bodyPr/>
        <a:lstStyle/>
        <a:p>
          <a:endParaRPr lang="en-IE"/>
        </a:p>
      </dgm:t>
    </dgm:pt>
    <dgm:pt modelId="{18D5B566-CBB3-4A2B-AB29-E5E158A409FD}" type="pres">
      <dgm:prSet presAssocID="{F1F8B658-A221-4539-BBEF-84208F403DFF}" presName="Name0" presStyleCnt="0">
        <dgm:presLayoutVars>
          <dgm:dir/>
          <dgm:resizeHandles val="exact"/>
        </dgm:presLayoutVars>
      </dgm:prSet>
      <dgm:spPr/>
    </dgm:pt>
    <dgm:pt modelId="{483B3306-9E08-493E-B4D1-8F0414F0F3F5}" type="pres">
      <dgm:prSet presAssocID="{46509B18-8069-4705-810F-294DA09C2BD5}" presName="node" presStyleLbl="node1" presStyleIdx="0" presStyleCnt="5" custLinFactNeighborX="0">
        <dgm:presLayoutVars>
          <dgm:bulletEnabled val="1"/>
        </dgm:presLayoutVars>
      </dgm:prSet>
      <dgm:spPr/>
    </dgm:pt>
    <dgm:pt modelId="{AC35074A-6676-451D-B690-4D7F43554B5E}" type="pres">
      <dgm:prSet presAssocID="{FB669013-FD33-4426-B5C6-964C7EF775E4}" presName="sibTrans" presStyleLbl="sibTrans2D1" presStyleIdx="0" presStyleCnt="4"/>
      <dgm:spPr/>
    </dgm:pt>
    <dgm:pt modelId="{60E2820F-296A-4B0A-9D7C-A098F67BA26B}" type="pres">
      <dgm:prSet presAssocID="{FB669013-FD33-4426-B5C6-964C7EF775E4}" presName="connectorText" presStyleLbl="sibTrans2D1" presStyleIdx="0" presStyleCnt="4"/>
      <dgm:spPr/>
    </dgm:pt>
    <dgm:pt modelId="{C1DA1859-ADFE-446E-8AF2-B62D312D6EF6}" type="pres">
      <dgm:prSet presAssocID="{0DD7685A-6C0C-42E2-AB4F-E7C3495F9859}" presName="node" presStyleLbl="node1" presStyleIdx="1" presStyleCnt="5" custLinFactNeighborX="0">
        <dgm:presLayoutVars>
          <dgm:bulletEnabled val="1"/>
        </dgm:presLayoutVars>
      </dgm:prSet>
      <dgm:spPr/>
    </dgm:pt>
    <dgm:pt modelId="{0E0C0A7D-3DD8-4B75-85A5-205A5F9A5CAD}" type="pres">
      <dgm:prSet presAssocID="{FD9AA3F4-7ED3-4F51-915F-CA8C2C38140D}" presName="sibTrans" presStyleLbl="sibTrans2D1" presStyleIdx="1" presStyleCnt="4"/>
      <dgm:spPr/>
    </dgm:pt>
    <dgm:pt modelId="{40F56964-BF61-453A-998B-ADC551DFB192}" type="pres">
      <dgm:prSet presAssocID="{FD9AA3F4-7ED3-4F51-915F-CA8C2C38140D}" presName="connectorText" presStyleLbl="sibTrans2D1" presStyleIdx="1" presStyleCnt="4"/>
      <dgm:spPr/>
    </dgm:pt>
    <dgm:pt modelId="{FB3320C9-CCE2-4A09-9D4B-F0C97D609CA6}" type="pres">
      <dgm:prSet presAssocID="{5FF5B6C2-B3F7-42E8-B4B5-093037CB6F10}" presName="node" presStyleLbl="node1" presStyleIdx="2" presStyleCnt="5">
        <dgm:presLayoutVars>
          <dgm:bulletEnabled val="1"/>
        </dgm:presLayoutVars>
      </dgm:prSet>
      <dgm:spPr/>
    </dgm:pt>
    <dgm:pt modelId="{1B1207CD-762C-4032-9B85-93FBD354AF22}" type="pres">
      <dgm:prSet presAssocID="{ED1E0211-67EE-45C9-A773-7B8C03E63880}" presName="sibTrans" presStyleLbl="sibTrans2D1" presStyleIdx="2" presStyleCnt="4"/>
      <dgm:spPr/>
    </dgm:pt>
    <dgm:pt modelId="{3DD7F041-164D-47FA-9CA1-6F0B200FEDE2}" type="pres">
      <dgm:prSet presAssocID="{ED1E0211-67EE-45C9-A773-7B8C03E63880}" presName="connectorText" presStyleLbl="sibTrans2D1" presStyleIdx="2" presStyleCnt="4"/>
      <dgm:spPr/>
    </dgm:pt>
    <dgm:pt modelId="{BA0053AC-5E35-47CA-8098-43C45F42DE77}" type="pres">
      <dgm:prSet presAssocID="{56FD32F2-27B3-42D3-B05C-78E4C3EEF271}" presName="node" presStyleLbl="node1" presStyleIdx="3" presStyleCnt="5">
        <dgm:presLayoutVars>
          <dgm:bulletEnabled val="1"/>
        </dgm:presLayoutVars>
      </dgm:prSet>
      <dgm:spPr/>
    </dgm:pt>
    <dgm:pt modelId="{6D83BE8D-26D3-4FC5-A60B-6AE7DD08ECAE}" type="pres">
      <dgm:prSet presAssocID="{36144163-E3F3-43F5-88EF-29A5FB3D925E}" presName="sibTrans" presStyleLbl="sibTrans2D1" presStyleIdx="3" presStyleCnt="4"/>
      <dgm:spPr/>
    </dgm:pt>
    <dgm:pt modelId="{22D1CD4B-27DC-4DE0-A07B-06FD635D1353}" type="pres">
      <dgm:prSet presAssocID="{36144163-E3F3-43F5-88EF-29A5FB3D925E}" presName="connectorText" presStyleLbl="sibTrans2D1" presStyleIdx="3" presStyleCnt="4"/>
      <dgm:spPr/>
    </dgm:pt>
    <dgm:pt modelId="{632D27BE-4310-42B5-B451-A9DDF8B20469}" type="pres">
      <dgm:prSet presAssocID="{49CE846F-54D6-44DB-A4EC-5A63E9F4EE48}" presName="node" presStyleLbl="node1" presStyleIdx="4" presStyleCnt="5">
        <dgm:presLayoutVars>
          <dgm:bulletEnabled val="1"/>
        </dgm:presLayoutVars>
      </dgm:prSet>
      <dgm:spPr/>
    </dgm:pt>
  </dgm:ptLst>
  <dgm:cxnLst>
    <dgm:cxn modelId="{A8EE3106-F391-4F4E-A73B-B3C843BFC60F}" type="presOf" srcId="{FB669013-FD33-4426-B5C6-964C7EF775E4}" destId="{60E2820F-296A-4B0A-9D7C-A098F67BA26B}" srcOrd="1" destOrd="0" presId="urn:microsoft.com/office/officeart/2005/8/layout/process1"/>
    <dgm:cxn modelId="{3D77940C-BF16-4A41-A966-974FBFE1C777}" srcId="{F1F8B658-A221-4539-BBEF-84208F403DFF}" destId="{46509B18-8069-4705-810F-294DA09C2BD5}" srcOrd="0" destOrd="0" parTransId="{6916A3D2-96A3-45B4-817E-4E3F7ACFFFF7}" sibTransId="{FB669013-FD33-4426-B5C6-964C7EF775E4}"/>
    <dgm:cxn modelId="{A8A41619-AD62-4EDC-A4AF-B3513A80CB9B}" srcId="{F1F8B658-A221-4539-BBEF-84208F403DFF}" destId="{56FD32F2-27B3-42D3-B05C-78E4C3EEF271}" srcOrd="3" destOrd="0" parTransId="{49D61686-8945-4E07-A5EF-294581385A96}" sibTransId="{36144163-E3F3-43F5-88EF-29A5FB3D925E}"/>
    <dgm:cxn modelId="{D652D72A-8BD1-4A6D-B56A-31B655818BB3}" type="presOf" srcId="{46509B18-8069-4705-810F-294DA09C2BD5}" destId="{483B3306-9E08-493E-B4D1-8F0414F0F3F5}" srcOrd="0" destOrd="0" presId="urn:microsoft.com/office/officeart/2005/8/layout/process1"/>
    <dgm:cxn modelId="{29B4AF63-84B9-4823-97ED-91AE4F5DA03F}" type="presOf" srcId="{FB669013-FD33-4426-B5C6-964C7EF775E4}" destId="{AC35074A-6676-451D-B690-4D7F43554B5E}" srcOrd="0" destOrd="0" presId="urn:microsoft.com/office/officeart/2005/8/layout/process1"/>
    <dgm:cxn modelId="{20128D46-472A-4633-93E3-D903DA2DA236}" type="presOf" srcId="{49CE846F-54D6-44DB-A4EC-5A63E9F4EE48}" destId="{632D27BE-4310-42B5-B451-A9DDF8B20469}" srcOrd="0" destOrd="0" presId="urn:microsoft.com/office/officeart/2005/8/layout/process1"/>
    <dgm:cxn modelId="{33FDC06C-176F-40F6-971D-B75D6A5AFC54}" srcId="{F1F8B658-A221-4539-BBEF-84208F403DFF}" destId="{49CE846F-54D6-44DB-A4EC-5A63E9F4EE48}" srcOrd="4" destOrd="0" parTransId="{ECD844E2-940B-49D7-98F4-CAD0AF579DA0}" sibTransId="{8D493311-6832-4918-A830-3DCD54CC8FDF}"/>
    <dgm:cxn modelId="{06ED894D-21AC-4891-BEBB-76EAED9C0290}" type="presOf" srcId="{0DD7685A-6C0C-42E2-AB4F-E7C3495F9859}" destId="{C1DA1859-ADFE-446E-8AF2-B62D312D6EF6}" srcOrd="0" destOrd="0" presId="urn:microsoft.com/office/officeart/2005/8/layout/process1"/>
    <dgm:cxn modelId="{38D1116E-95C1-46FD-957D-B2261DB31D12}" type="presOf" srcId="{F1F8B658-A221-4539-BBEF-84208F403DFF}" destId="{18D5B566-CBB3-4A2B-AB29-E5E158A409FD}" srcOrd="0" destOrd="0" presId="urn:microsoft.com/office/officeart/2005/8/layout/process1"/>
    <dgm:cxn modelId="{7BCC904F-0289-4E59-ADAA-13249E78A1B4}" srcId="{F1F8B658-A221-4539-BBEF-84208F403DFF}" destId="{0DD7685A-6C0C-42E2-AB4F-E7C3495F9859}" srcOrd="1" destOrd="0" parTransId="{80AE067D-78E9-4A59-8639-50CFD0950265}" sibTransId="{FD9AA3F4-7ED3-4F51-915F-CA8C2C38140D}"/>
    <dgm:cxn modelId="{75E0417B-976E-4F7F-BB5B-C2CF4DF91076}" type="presOf" srcId="{56FD32F2-27B3-42D3-B05C-78E4C3EEF271}" destId="{BA0053AC-5E35-47CA-8098-43C45F42DE77}" srcOrd="0" destOrd="0" presId="urn:microsoft.com/office/officeart/2005/8/layout/process1"/>
    <dgm:cxn modelId="{A6B51E80-7334-491A-982C-A09F7828151A}" type="presOf" srcId="{36144163-E3F3-43F5-88EF-29A5FB3D925E}" destId="{6D83BE8D-26D3-4FC5-A60B-6AE7DD08ECAE}" srcOrd="0" destOrd="0" presId="urn:microsoft.com/office/officeart/2005/8/layout/process1"/>
    <dgm:cxn modelId="{C130788C-229F-4E0C-92D5-C2446F062868}" type="presOf" srcId="{36144163-E3F3-43F5-88EF-29A5FB3D925E}" destId="{22D1CD4B-27DC-4DE0-A07B-06FD635D1353}" srcOrd="1" destOrd="0" presId="urn:microsoft.com/office/officeart/2005/8/layout/process1"/>
    <dgm:cxn modelId="{17F911A1-E288-45AF-B020-06B6E0BE923B}" type="presOf" srcId="{FD9AA3F4-7ED3-4F51-915F-CA8C2C38140D}" destId="{40F56964-BF61-453A-998B-ADC551DFB192}" srcOrd="1" destOrd="0" presId="urn:microsoft.com/office/officeart/2005/8/layout/process1"/>
    <dgm:cxn modelId="{E5DAE2BE-92FD-4C76-9EAD-0954EEE8E028}" type="presOf" srcId="{FD9AA3F4-7ED3-4F51-915F-CA8C2C38140D}" destId="{0E0C0A7D-3DD8-4B75-85A5-205A5F9A5CAD}" srcOrd="0" destOrd="0" presId="urn:microsoft.com/office/officeart/2005/8/layout/process1"/>
    <dgm:cxn modelId="{263AEEC2-4455-464C-A125-51B992427F07}" srcId="{F1F8B658-A221-4539-BBEF-84208F403DFF}" destId="{5FF5B6C2-B3F7-42E8-B4B5-093037CB6F10}" srcOrd="2" destOrd="0" parTransId="{DBFB854D-F5EE-4774-BD1A-AF8D1AA7649F}" sibTransId="{ED1E0211-67EE-45C9-A773-7B8C03E63880}"/>
    <dgm:cxn modelId="{9ADA2ECB-96A0-4776-81D4-093B7D380E51}" type="presOf" srcId="{ED1E0211-67EE-45C9-A773-7B8C03E63880}" destId="{3DD7F041-164D-47FA-9CA1-6F0B200FEDE2}" srcOrd="1" destOrd="0" presId="urn:microsoft.com/office/officeart/2005/8/layout/process1"/>
    <dgm:cxn modelId="{7F7D3AE5-CD0D-4B37-939C-02734BA70A4C}" type="presOf" srcId="{5FF5B6C2-B3F7-42E8-B4B5-093037CB6F10}" destId="{FB3320C9-CCE2-4A09-9D4B-F0C97D609CA6}" srcOrd="0" destOrd="0" presId="urn:microsoft.com/office/officeart/2005/8/layout/process1"/>
    <dgm:cxn modelId="{C6E3A4E8-4FDE-421D-9FBF-7EEED9DFC3C8}" type="presOf" srcId="{ED1E0211-67EE-45C9-A773-7B8C03E63880}" destId="{1B1207CD-762C-4032-9B85-93FBD354AF22}" srcOrd="0" destOrd="0" presId="urn:microsoft.com/office/officeart/2005/8/layout/process1"/>
    <dgm:cxn modelId="{70E46D58-DDC5-4388-B8FF-EF226036389B}" type="presParOf" srcId="{18D5B566-CBB3-4A2B-AB29-E5E158A409FD}" destId="{483B3306-9E08-493E-B4D1-8F0414F0F3F5}" srcOrd="0" destOrd="0" presId="urn:microsoft.com/office/officeart/2005/8/layout/process1"/>
    <dgm:cxn modelId="{AFD72C5D-2204-49A9-AD12-1425BF7FF9F3}" type="presParOf" srcId="{18D5B566-CBB3-4A2B-AB29-E5E158A409FD}" destId="{AC35074A-6676-451D-B690-4D7F43554B5E}" srcOrd="1" destOrd="0" presId="urn:microsoft.com/office/officeart/2005/8/layout/process1"/>
    <dgm:cxn modelId="{5435D7C2-31FE-4661-9DB5-34C732200869}" type="presParOf" srcId="{AC35074A-6676-451D-B690-4D7F43554B5E}" destId="{60E2820F-296A-4B0A-9D7C-A098F67BA26B}" srcOrd="0" destOrd="0" presId="urn:microsoft.com/office/officeart/2005/8/layout/process1"/>
    <dgm:cxn modelId="{0857FA56-E1E8-4A84-B42F-ACD1F184D7C3}" type="presParOf" srcId="{18D5B566-CBB3-4A2B-AB29-E5E158A409FD}" destId="{C1DA1859-ADFE-446E-8AF2-B62D312D6EF6}" srcOrd="2" destOrd="0" presId="urn:microsoft.com/office/officeart/2005/8/layout/process1"/>
    <dgm:cxn modelId="{B495B735-FC5C-4C6C-9136-90B713C8968E}" type="presParOf" srcId="{18D5B566-CBB3-4A2B-AB29-E5E158A409FD}" destId="{0E0C0A7D-3DD8-4B75-85A5-205A5F9A5CAD}" srcOrd="3" destOrd="0" presId="urn:microsoft.com/office/officeart/2005/8/layout/process1"/>
    <dgm:cxn modelId="{6B60F160-7281-42ED-AADF-C04DD0953921}" type="presParOf" srcId="{0E0C0A7D-3DD8-4B75-85A5-205A5F9A5CAD}" destId="{40F56964-BF61-453A-998B-ADC551DFB192}" srcOrd="0" destOrd="0" presId="urn:microsoft.com/office/officeart/2005/8/layout/process1"/>
    <dgm:cxn modelId="{F48D2FE5-C3C8-46FF-BED6-91A5CE604D29}" type="presParOf" srcId="{18D5B566-CBB3-4A2B-AB29-E5E158A409FD}" destId="{FB3320C9-CCE2-4A09-9D4B-F0C97D609CA6}" srcOrd="4" destOrd="0" presId="urn:microsoft.com/office/officeart/2005/8/layout/process1"/>
    <dgm:cxn modelId="{7F228E4A-970B-4EAC-B56F-F20E4FBCF01F}" type="presParOf" srcId="{18D5B566-CBB3-4A2B-AB29-E5E158A409FD}" destId="{1B1207CD-762C-4032-9B85-93FBD354AF22}" srcOrd="5" destOrd="0" presId="urn:microsoft.com/office/officeart/2005/8/layout/process1"/>
    <dgm:cxn modelId="{D4439571-A5FB-4291-AF55-3C0BAEF566D5}" type="presParOf" srcId="{1B1207CD-762C-4032-9B85-93FBD354AF22}" destId="{3DD7F041-164D-47FA-9CA1-6F0B200FEDE2}" srcOrd="0" destOrd="0" presId="urn:microsoft.com/office/officeart/2005/8/layout/process1"/>
    <dgm:cxn modelId="{8462811C-DD86-49C6-BDCA-08044AAC9952}" type="presParOf" srcId="{18D5B566-CBB3-4A2B-AB29-E5E158A409FD}" destId="{BA0053AC-5E35-47CA-8098-43C45F42DE77}" srcOrd="6" destOrd="0" presId="urn:microsoft.com/office/officeart/2005/8/layout/process1"/>
    <dgm:cxn modelId="{05D393A9-F554-4712-8059-D5A6D0D94016}" type="presParOf" srcId="{18D5B566-CBB3-4A2B-AB29-E5E158A409FD}" destId="{6D83BE8D-26D3-4FC5-A60B-6AE7DD08ECAE}" srcOrd="7" destOrd="0" presId="urn:microsoft.com/office/officeart/2005/8/layout/process1"/>
    <dgm:cxn modelId="{2CCAD6F3-3260-4458-8A50-DE239FD74A62}" type="presParOf" srcId="{6D83BE8D-26D3-4FC5-A60B-6AE7DD08ECAE}" destId="{22D1CD4B-27DC-4DE0-A07B-06FD635D1353}" srcOrd="0" destOrd="0" presId="urn:microsoft.com/office/officeart/2005/8/layout/process1"/>
    <dgm:cxn modelId="{F347EA62-D84F-419E-9CD3-17B6559D46CC}" type="presParOf" srcId="{18D5B566-CBB3-4A2B-AB29-E5E158A409FD}" destId="{632D27BE-4310-42B5-B451-A9DDF8B20469}"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74C7BC0-A6DA-4B38-9AF9-502B0B4362C7}" type="doc">
      <dgm:prSet loTypeId="urn:microsoft.com/office/officeart/2005/8/layout/hList1" loCatId="list" qsTypeId="urn:microsoft.com/office/officeart/2005/8/quickstyle/simple4" qsCatId="simple" csTypeId="urn:microsoft.com/office/officeart/2005/8/colors/accent1_1" csCatId="accent1" phldr="1"/>
      <dgm:spPr/>
      <dgm:t>
        <a:bodyPr/>
        <a:lstStyle/>
        <a:p>
          <a:endParaRPr lang="en-US"/>
        </a:p>
      </dgm:t>
    </dgm:pt>
    <dgm:pt modelId="{D0848C07-6547-42B2-8707-F98FA531BB94}">
      <dgm:prSet/>
      <dgm:spPr/>
      <dgm:t>
        <a:bodyPr/>
        <a:lstStyle/>
        <a:p>
          <a:r>
            <a:rPr lang="en-IE" b="1"/>
            <a:t>Unit Testing (pytest)</a:t>
          </a:r>
          <a:r>
            <a:rPr lang="en-IE"/>
            <a:t> </a:t>
          </a:r>
          <a:endParaRPr lang="en-US"/>
        </a:p>
      </dgm:t>
    </dgm:pt>
    <dgm:pt modelId="{EA6F3171-FC74-47F2-A9D0-D5CA150A8955}" type="parTrans" cxnId="{CC000E4A-582C-4015-8880-5F7D58B50F69}">
      <dgm:prSet/>
      <dgm:spPr/>
      <dgm:t>
        <a:bodyPr/>
        <a:lstStyle/>
        <a:p>
          <a:endParaRPr lang="en-US"/>
        </a:p>
      </dgm:t>
    </dgm:pt>
    <dgm:pt modelId="{23AB8727-0F0D-4CD7-8A1B-0032ACCFE280}" type="sibTrans" cxnId="{CC000E4A-582C-4015-8880-5F7D58B50F69}">
      <dgm:prSet/>
      <dgm:spPr/>
      <dgm:t>
        <a:bodyPr/>
        <a:lstStyle/>
        <a:p>
          <a:endParaRPr lang="en-US"/>
        </a:p>
      </dgm:t>
    </dgm:pt>
    <dgm:pt modelId="{14E6748A-A138-42A0-AF86-4CACC0F5E6A4}">
      <dgm:prSet/>
      <dgm:spPr/>
      <dgm:t>
        <a:bodyPr/>
        <a:lstStyle/>
        <a:p>
          <a:r>
            <a:rPr lang="en-IE"/>
            <a:t>Verified driver generation logic </a:t>
          </a:r>
          <a:endParaRPr lang="en-US"/>
        </a:p>
      </dgm:t>
    </dgm:pt>
    <dgm:pt modelId="{EEE7052B-E769-4240-B766-5321C889E24D}" type="parTrans" cxnId="{93712A10-C99D-43FC-960E-0B11B03E8F36}">
      <dgm:prSet/>
      <dgm:spPr/>
      <dgm:t>
        <a:bodyPr/>
        <a:lstStyle/>
        <a:p>
          <a:endParaRPr lang="en-US"/>
        </a:p>
      </dgm:t>
    </dgm:pt>
    <dgm:pt modelId="{83C6C374-6513-4E14-B43F-8EC8E532AFC8}" type="sibTrans" cxnId="{93712A10-C99D-43FC-960E-0B11B03E8F36}">
      <dgm:prSet/>
      <dgm:spPr/>
      <dgm:t>
        <a:bodyPr/>
        <a:lstStyle/>
        <a:p>
          <a:endParaRPr lang="en-US"/>
        </a:p>
      </dgm:t>
    </dgm:pt>
    <dgm:pt modelId="{A11D6E1A-CF90-4758-807D-1927A3EA6F2E}">
      <dgm:prSet/>
      <dgm:spPr/>
      <dgm:t>
        <a:bodyPr/>
        <a:lstStyle/>
        <a:p>
          <a:r>
            <a:rPr lang="en-IE"/>
            <a:t>11 automated tests </a:t>
          </a:r>
          <a:endParaRPr lang="en-US"/>
        </a:p>
      </dgm:t>
    </dgm:pt>
    <dgm:pt modelId="{A71A5171-D0E8-4D7B-AB7E-63E5FFE603E3}" type="parTrans" cxnId="{CB23E244-1B59-4B52-98D8-BFFBFE8D0806}">
      <dgm:prSet/>
      <dgm:spPr/>
      <dgm:t>
        <a:bodyPr/>
        <a:lstStyle/>
        <a:p>
          <a:endParaRPr lang="en-US"/>
        </a:p>
      </dgm:t>
    </dgm:pt>
    <dgm:pt modelId="{A9C2F6D9-26B9-43EA-8352-92272B010673}" type="sibTrans" cxnId="{CB23E244-1B59-4B52-98D8-BFFBFE8D0806}">
      <dgm:prSet/>
      <dgm:spPr/>
      <dgm:t>
        <a:bodyPr/>
        <a:lstStyle/>
        <a:p>
          <a:endParaRPr lang="en-US"/>
        </a:p>
      </dgm:t>
    </dgm:pt>
    <dgm:pt modelId="{EE1DD065-A1B5-41B2-895A-7EC28798ED85}">
      <dgm:prSet/>
      <dgm:spPr/>
      <dgm:t>
        <a:bodyPr/>
        <a:lstStyle/>
        <a:p>
          <a:r>
            <a:rPr lang="en-IE"/>
            <a:t>Validated driver attributes, IDs, names and statistics </a:t>
          </a:r>
          <a:endParaRPr lang="en-US"/>
        </a:p>
      </dgm:t>
    </dgm:pt>
    <dgm:pt modelId="{A7CDCD8B-9E4A-409C-9B57-CF986323E82C}" type="parTrans" cxnId="{A83E6007-7BAA-4E19-8970-B16078C9F1E8}">
      <dgm:prSet/>
      <dgm:spPr/>
      <dgm:t>
        <a:bodyPr/>
        <a:lstStyle/>
        <a:p>
          <a:endParaRPr lang="en-US"/>
        </a:p>
      </dgm:t>
    </dgm:pt>
    <dgm:pt modelId="{07F20EC2-5C28-4630-9A65-A1FA90B8F782}" type="sibTrans" cxnId="{A83E6007-7BAA-4E19-8970-B16078C9F1E8}">
      <dgm:prSet/>
      <dgm:spPr/>
      <dgm:t>
        <a:bodyPr/>
        <a:lstStyle/>
        <a:p>
          <a:endParaRPr lang="en-US"/>
        </a:p>
      </dgm:t>
    </dgm:pt>
    <dgm:pt modelId="{EE59A2AA-300A-446D-A459-8A65650C7E23}">
      <dgm:prSet/>
      <dgm:spPr/>
      <dgm:t>
        <a:bodyPr/>
        <a:lstStyle/>
        <a:p>
          <a:r>
            <a:rPr lang="en-IE" b="1"/>
            <a:t>Class Testing (pytest)</a:t>
          </a:r>
          <a:r>
            <a:rPr lang="en-IE"/>
            <a:t> </a:t>
          </a:r>
          <a:endParaRPr lang="en-US"/>
        </a:p>
      </dgm:t>
    </dgm:pt>
    <dgm:pt modelId="{597FF2CF-4E63-4997-BEFA-C5CED203137D}" type="parTrans" cxnId="{5B5A61BB-4AF6-4411-9440-EA5D8979A94C}">
      <dgm:prSet/>
      <dgm:spPr/>
      <dgm:t>
        <a:bodyPr/>
        <a:lstStyle/>
        <a:p>
          <a:endParaRPr lang="en-US"/>
        </a:p>
      </dgm:t>
    </dgm:pt>
    <dgm:pt modelId="{9C23D6C2-0855-4426-B97E-E250446E3793}" type="sibTrans" cxnId="{5B5A61BB-4AF6-4411-9440-EA5D8979A94C}">
      <dgm:prSet/>
      <dgm:spPr/>
      <dgm:t>
        <a:bodyPr/>
        <a:lstStyle/>
        <a:p>
          <a:endParaRPr lang="en-US"/>
        </a:p>
      </dgm:t>
    </dgm:pt>
    <dgm:pt modelId="{4069FA31-9492-48D5-9F05-528FB3FE1B7F}">
      <dgm:prSet/>
      <dgm:spPr/>
      <dgm:t>
        <a:bodyPr/>
        <a:lstStyle/>
        <a:p>
          <a:r>
            <a:rPr lang="en-IE"/>
            <a:t>Tested the RaceController </a:t>
          </a:r>
          <a:endParaRPr lang="en-US"/>
        </a:p>
      </dgm:t>
    </dgm:pt>
    <dgm:pt modelId="{CCB9545B-2C73-48EB-A697-0E4BA10FA132}" type="parTrans" cxnId="{2393CCE3-D0A3-4740-96EA-E5D659023007}">
      <dgm:prSet/>
      <dgm:spPr/>
      <dgm:t>
        <a:bodyPr/>
        <a:lstStyle/>
        <a:p>
          <a:endParaRPr lang="en-US"/>
        </a:p>
      </dgm:t>
    </dgm:pt>
    <dgm:pt modelId="{6BF89D76-80B5-41CE-A360-CB42AE3FC2FC}" type="sibTrans" cxnId="{2393CCE3-D0A3-4740-96EA-E5D659023007}">
      <dgm:prSet/>
      <dgm:spPr/>
      <dgm:t>
        <a:bodyPr/>
        <a:lstStyle/>
        <a:p>
          <a:endParaRPr lang="en-US"/>
        </a:p>
      </dgm:t>
    </dgm:pt>
    <dgm:pt modelId="{E7C98585-0D7D-422A-B6E8-E759B870F31F}">
      <dgm:prSet/>
      <dgm:spPr/>
      <dgm:t>
        <a:bodyPr/>
        <a:lstStyle/>
        <a:p>
          <a:r>
            <a:rPr lang="en-IE"/>
            <a:t>7 automated tests </a:t>
          </a:r>
          <a:endParaRPr lang="en-US"/>
        </a:p>
      </dgm:t>
    </dgm:pt>
    <dgm:pt modelId="{EA7D9091-A51E-419B-AE4F-AB2A2AAA9514}" type="parTrans" cxnId="{15D67A90-8159-4D30-98AF-D5023BFA6688}">
      <dgm:prSet/>
      <dgm:spPr/>
      <dgm:t>
        <a:bodyPr/>
        <a:lstStyle/>
        <a:p>
          <a:endParaRPr lang="en-US"/>
        </a:p>
      </dgm:t>
    </dgm:pt>
    <dgm:pt modelId="{C1F6BEE5-A717-4F07-A8CC-BD626EB26D03}" type="sibTrans" cxnId="{15D67A90-8159-4D30-98AF-D5023BFA6688}">
      <dgm:prSet/>
      <dgm:spPr/>
      <dgm:t>
        <a:bodyPr/>
        <a:lstStyle/>
        <a:p>
          <a:endParaRPr lang="en-US"/>
        </a:p>
      </dgm:t>
    </dgm:pt>
    <dgm:pt modelId="{42208BB4-28E3-4CAB-AC52-F2BB5A85A816}">
      <dgm:prSet/>
      <dgm:spPr/>
      <dgm:t>
        <a:bodyPr/>
        <a:lstStyle/>
        <a:p>
          <a:r>
            <a:rPr lang="en-IE"/>
            <a:t>Verified race setup, simulation, telemetry and results generation </a:t>
          </a:r>
          <a:endParaRPr lang="en-US"/>
        </a:p>
      </dgm:t>
    </dgm:pt>
    <dgm:pt modelId="{377DB40D-92C5-4467-BD3D-D18B2CE821F3}" type="parTrans" cxnId="{25E1264F-7C78-4047-91A7-F1C90F71ADB9}">
      <dgm:prSet/>
      <dgm:spPr/>
      <dgm:t>
        <a:bodyPr/>
        <a:lstStyle/>
        <a:p>
          <a:endParaRPr lang="en-US"/>
        </a:p>
      </dgm:t>
    </dgm:pt>
    <dgm:pt modelId="{65583036-077D-4CC5-8EEF-BC2FAF795503}" type="sibTrans" cxnId="{25E1264F-7C78-4047-91A7-F1C90F71ADB9}">
      <dgm:prSet/>
      <dgm:spPr/>
      <dgm:t>
        <a:bodyPr/>
        <a:lstStyle/>
        <a:p>
          <a:endParaRPr lang="en-US"/>
        </a:p>
      </dgm:t>
    </dgm:pt>
    <dgm:pt modelId="{729F6C17-BE7C-4104-84DE-C3CBBBD3C8D9}">
      <dgm:prSet/>
      <dgm:spPr/>
      <dgm:t>
        <a:bodyPr/>
        <a:lstStyle/>
        <a:p>
          <a:r>
            <a:rPr lang="en-IE" b="1"/>
            <a:t>Integration Testing (pytest-qt)</a:t>
          </a:r>
          <a:r>
            <a:rPr lang="en-IE"/>
            <a:t> </a:t>
          </a:r>
          <a:endParaRPr lang="en-US"/>
        </a:p>
      </dgm:t>
    </dgm:pt>
    <dgm:pt modelId="{63FB29C8-FC86-4C95-A9C6-102D76F28AEB}" type="parTrans" cxnId="{3525C3E8-950A-4C00-B715-38DFA958AA9A}">
      <dgm:prSet/>
      <dgm:spPr/>
      <dgm:t>
        <a:bodyPr/>
        <a:lstStyle/>
        <a:p>
          <a:endParaRPr lang="en-US"/>
        </a:p>
      </dgm:t>
    </dgm:pt>
    <dgm:pt modelId="{06F975BF-2A7F-4095-AE17-B2F8446B2AE5}" type="sibTrans" cxnId="{3525C3E8-950A-4C00-B715-38DFA958AA9A}">
      <dgm:prSet/>
      <dgm:spPr/>
      <dgm:t>
        <a:bodyPr/>
        <a:lstStyle/>
        <a:p>
          <a:endParaRPr lang="en-US"/>
        </a:p>
      </dgm:t>
    </dgm:pt>
    <dgm:pt modelId="{93A7B0A5-22EA-4D94-A053-92129763F6E1}">
      <dgm:prSet/>
      <dgm:spPr/>
      <dgm:t>
        <a:bodyPr/>
        <a:lstStyle/>
        <a:p>
          <a:r>
            <a:rPr lang="en-IE"/>
            <a:t>Tested interaction between RaceController and PyQt6 interface </a:t>
          </a:r>
          <a:endParaRPr lang="en-US"/>
        </a:p>
      </dgm:t>
    </dgm:pt>
    <dgm:pt modelId="{92EFB4D9-B073-4B3E-A94D-64384660FF4F}" type="parTrans" cxnId="{CD0D3C81-6CDB-44E5-8C9C-B91006D544E9}">
      <dgm:prSet/>
      <dgm:spPr/>
      <dgm:t>
        <a:bodyPr/>
        <a:lstStyle/>
        <a:p>
          <a:endParaRPr lang="en-US"/>
        </a:p>
      </dgm:t>
    </dgm:pt>
    <dgm:pt modelId="{F3028D52-4727-4CDD-8B2D-4F9C3FC1A717}" type="sibTrans" cxnId="{CD0D3C81-6CDB-44E5-8C9C-B91006D544E9}">
      <dgm:prSet/>
      <dgm:spPr/>
      <dgm:t>
        <a:bodyPr/>
        <a:lstStyle/>
        <a:p>
          <a:endParaRPr lang="en-US"/>
        </a:p>
      </dgm:t>
    </dgm:pt>
    <dgm:pt modelId="{47182CCA-9109-4612-8500-93986140D2D0}">
      <dgm:prSet/>
      <dgm:spPr/>
      <dgm:t>
        <a:bodyPr/>
        <a:lstStyle/>
        <a:p>
          <a:r>
            <a:rPr lang="en-IE"/>
            <a:t>Confirmed race data loads correctly and UI controls trigger the correct actions </a:t>
          </a:r>
          <a:endParaRPr lang="en-US"/>
        </a:p>
      </dgm:t>
    </dgm:pt>
    <dgm:pt modelId="{B98880AD-9D18-4C98-AF40-1F97FC935AC2}" type="parTrans" cxnId="{28CC05A8-49F9-4175-B203-436D4C5EFF6D}">
      <dgm:prSet/>
      <dgm:spPr/>
      <dgm:t>
        <a:bodyPr/>
        <a:lstStyle/>
        <a:p>
          <a:endParaRPr lang="en-US"/>
        </a:p>
      </dgm:t>
    </dgm:pt>
    <dgm:pt modelId="{7A7B2350-44B8-4094-90F0-D8881475C772}" type="sibTrans" cxnId="{28CC05A8-49F9-4175-B203-436D4C5EFF6D}">
      <dgm:prSet/>
      <dgm:spPr/>
      <dgm:t>
        <a:bodyPr/>
        <a:lstStyle/>
        <a:p>
          <a:endParaRPr lang="en-US"/>
        </a:p>
      </dgm:t>
    </dgm:pt>
    <dgm:pt modelId="{0BC197A5-D7C6-4903-8C1A-6AAFDB462E46}">
      <dgm:prSet/>
      <dgm:spPr/>
      <dgm:t>
        <a:bodyPr/>
        <a:lstStyle/>
        <a:p>
          <a:r>
            <a:rPr lang="en-IE" b="1"/>
            <a:t>System Testing (Manual)</a:t>
          </a:r>
          <a:r>
            <a:rPr lang="en-IE"/>
            <a:t> </a:t>
          </a:r>
          <a:endParaRPr lang="en-US"/>
        </a:p>
      </dgm:t>
    </dgm:pt>
    <dgm:pt modelId="{D070C695-B63D-47FC-94C0-671DADA15262}" type="parTrans" cxnId="{BBC6F320-CFBB-461D-9537-BB2D51AE4855}">
      <dgm:prSet/>
      <dgm:spPr/>
      <dgm:t>
        <a:bodyPr/>
        <a:lstStyle/>
        <a:p>
          <a:endParaRPr lang="en-US"/>
        </a:p>
      </dgm:t>
    </dgm:pt>
    <dgm:pt modelId="{68C7BE81-8282-456F-9C39-91E8EBFAEAC5}" type="sibTrans" cxnId="{BBC6F320-CFBB-461D-9537-BB2D51AE4855}">
      <dgm:prSet/>
      <dgm:spPr/>
      <dgm:t>
        <a:bodyPr/>
        <a:lstStyle/>
        <a:p>
          <a:endParaRPr lang="en-US"/>
        </a:p>
      </dgm:t>
    </dgm:pt>
    <dgm:pt modelId="{1AD0E0BA-C1D6-49A4-82D1-E969BD8FCDF8}">
      <dgm:prSet/>
      <dgm:spPr/>
      <dgm:t>
        <a:bodyPr/>
        <a:lstStyle/>
        <a:p>
          <a:r>
            <a:rPr lang="en-IE"/>
            <a:t>Validated all functional requirements </a:t>
          </a:r>
          <a:endParaRPr lang="en-US"/>
        </a:p>
      </dgm:t>
    </dgm:pt>
    <dgm:pt modelId="{9762902C-25B2-4AEA-A3CF-5DEAC075A0F4}" type="parTrans" cxnId="{663C8F8C-3029-4075-AF33-C3EE8CC28E01}">
      <dgm:prSet/>
      <dgm:spPr/>
      <dgm:t>
        <a:bodyPr/>
        <a:lstStyle/>
        <a:p>
          <a:endParaRPr lang="en-US"/>
        </a:p>
      </dgm:t>
    </dgm:pt>
    <dgm:pt modelId="{461D3290-CF05-40E7-9B2C-3A0BF548079A}" type="sibTrans" cxnId="{663C8F8C-3029-4075-AF33-C3EE8CC28E01}">
      <dgm:prSet/>
      <dgm:spPr/>
      <dgm:t>
        <a:bodyPr/>
        <a:lstStyle/>
        <a:p>
          <a:endParaRPr lang="en-US"/>
        </a:p>
      </dgm:t>
    </dgm:pt>
    <dgm:pt modelId="{FCF33AEB-5809-4100-991B-75C35559E896}">
      <dgm:prSet/>
      <dgm:spPr/>
      <dgm:t>
        <a:bodyPr/>
        <a:lstStyle/>
        <a:p>
          <a:r>
            <a:rPr lang="en-IE"/>
            <a:t>Race simulation </a:t>
          </a:r>
          <a:endParaRPr lang="en-US"/>
        </a:p>
      </dgm:t>
    </dgm:pt>
    <dgm:pt modelId="{831922E6-2CF9-436F-B4E7-B15769FD074C}" type="parTrans" cxnId="{EE40D36B-A2A4-41A7-9C71-88D22F1E6658}">
      <dgm:prSet/>
      <dgm:spPr/>
      <dgm:t>
        <a:bodyPr/>
        <a:lstStyle/>
        <a:p>
          <a:endParaRPr lang="en-US"/>
        </a:p>
      </dgm:t>
    </dgm:pt>
    <dgm:pt modelId="{8EBFAA6F-6A24-4ECD-ACD3-292FCFC3A546}" type="sibTrans" cxnId="{EE40D36B-A2A4-41A7-9C71-88D22F1E6658}">
      <dgm:prSet/>
      <dgm:spPr/>
      <dgm:t>
        <a:bodyPr/>
        <a:lstStyle/>
        <a:p>
          <a:endParaRPr lang="en-US"/>
        </a:p>
      </dgm:t>
    </dgm:pt>
    <dgm:pt modelId="{665CEBF1-C393-476B-B04D-65A9AFB98891}">
      <dgm:prSet/>
      <dgm:spPr/>
      <dgm:t>
        <a:bodyPr/>
        <a:lstStyle/>
        <a:p>
          <a:r>
            <a:rPr lang="en-IE"/>
            <a:t>Live race display </a:t>
          </a:r>
          <a:endParaRPr lang="en-US"/>
        </a:p>
      </dgm:t>
    </dgm:pt>
    <dgm:pt modelId="{A32EB242-BD8C-4BFA-841D-B48C6A1624EE}" type="parTrans" cxnId="{2CCE5AE8-FCFA-498F-B20F-7B75528EBE5D}">
      <dgm:prSet/>
      <dgm:spPr/>
      <dgm:t>
        <a:bodyPr/>
        <a:lstStyle/>
        <a:p>
          <a:endParaRPr lang="en-US"/>
        </a:p>
      </dgm:t>
    </dgm:pt>
    <dgm:pt modelId="{F1B07617-4BF5-4D76-A7E2-5214F9B307D5}" type="sibTrans" cxnId="{2CCE5AE8-FCFA-498F-B20F-7B75528EBE5D}">
      <dgm:prSet/>
      <dgm:spPr/>
      <dgm:t>
        <a:bodyPr/>
        <a:lstStyle/>
        <a:p>
          <a:endParaRPr lang="en-US"/>
        </a:p>
      </dgm:t>
    </dgm:pt>
    <dgm:pt modelId="{CB9446E3-22A8-4EB1-94D6-2E8E423D03A3}">
      <dgm:prSet/>
      <dgm:spPr/>
      <dgm:t>
        <a:bodyPr/>
        <a:lstStyle/>
        <a:p>
          <a:r>
            <a:rPr lang="en-IE"/>
            <a:t>Driver information </a:t>
          </a:r>
          <a:endParaRPr lang="en-US"/>
        </a:p>
      </dgm:t>
    </dgm:pt>
    <dgm:pt modelId="{B536CA73-F9E9-464D-A053-B2FD66191EDC}" type="parTrans" cxnId="{22AE8E10-62D1-43A0-8928-12398BBE8DBD}">
      <dgm:prSet/>
      <dgm:spPr/>
      <dgm:t>
        <a:bodyPr/>
        <a:lstStyle/>
        <a:p>
          <a:endParaRPr lang="en-US"/>
        </a:p>
      </dgm:t>
    </dgm:pt>
    <dgm:pt modelId="{AF268209-B21E-4A4E-935D-164E5B6E4FED}" type="sibTrans" cxnId="{22AE8E10-62D1-43A0-8928-12398BBE8DBD}">
      <dgm:prSet/>
      <dgm:spPr/>
      <dgm:t>
        <a:bodyPr/>
        <a:lstStyle/>
        <a:p>
          <a:endParaRPr lang="en-US"/>
        </a:p>
      </dgm:t>
    </dgm:pt>
    <dgm:pt modelId="{BC35C7F6-0A88-422F-98B1-6B1C8540E726}">
      <dgm:prSet/>
      <dgm:spPr/>
      <dgm:t>
        <a:bodyPr/>
        <a:lstStyle/>
        <a:p>
          <a:r>
            <a:rPr lang="en-IE"/>
            <a:t>Race results </a:t>
          </a:r>
          <a:endParaRPr lang="en-US"/>
        </a:p>
      </dgm:t>
    </dgm:pt>
    <dgm:pt modelId="{B8F81C08-4E24-4B59-BC31-E9DBD0DE56B7}" type="parTrans" cxnId="{82D65746-8AAF-4B2C-9081-622C3EDC0765}">
      <dgm:prSet/>
      <dgm:spPr/>
      <dgm:t>
        <a:bodyPr/>
        <a:lstStyle/>
        <a:p>
          <a:endParaRPr lang="en-US"/>
        </a:p>
      </dgm:t>
    </dgm:pt>
    <dgm:pt modelId="{E03709B8-637B-44DE-95B2-E243DB036A82}" type="sibTrans" cxnId="{82D65746-8AAF-4B2C-9081-622C3EDC0765}">
      <dgm:prSet/>
      <dgm:spPr/>
      <dgm:t>
        <a:bodyPr/>
        <a:lstStyle/>
        <a:p>
          <a:endParaRPr lang="en-US"/>
        </a:p>
      </dgm:t>
    </dgm:pt>
    <dgm:pt modelId="{3026595D-5730-4F3C-AA50-590F26E394C0}">
      <dgm:prSet/>
      <dgm:spPr/>
      <dgm:t>
        <a:bodyPr/>
        <a:lstStyle/>
        <a:p>
          <a:r>
            <a:rPr lang="en-IE"/>
            <a:t>Accessibility settings </a:t>
          </a:r>
          <a:endParaRPr lang="en-US"/>
        </a:p>
      </dgm:t>
    </dgm:pt>
    <dgm:pt modelId="{E11387C1-A0EF-4FE6-B3CE-E78A5F3008BF}" type="parTrans" cxnId="{1F26FC36-AE96-42D3-92F1-8379979BB920}">
      <dgm:prSet/>
      <dgm:spPr/>
      <dgm:t>
        <a:bodyPr/>
        <a:lstStyle/>
        <a:p>
          <a:endParaRPr lang="en-US"/>
        </a:p>
      </dgm:t>
    </dgm:pt>
    <dgm:pt modelId="{E7E4E60B-C67B-4ED1-B1B3-070656DECCD1}" type="sibTrans" cxnId="{1F26FC36-AE96-42D3-92F1-8379979BB920}">
      <dgm:prSet/>
      <dgm:spPr/>
      <dgm:t>
        <a:bodyPr/>
        <a:lstStyle/>
        <a:p>
          <a:endParaRPr lang="en-US"/>
        </a:p>
      </dgm:t>
    </dgm:pt>
    <dgm:pt modelId="{1305126E-5E43-46AB-8AAB-1EC0CBCDDC91}">
      <dgm:prSet/>
      <dgm:spPr/>
      <dgm:t>
        <a:bodyPr/>
        <a:lstStyle/>
        <a:p>
          <a:r>
            <a:rPr lang="en-IE" b="1"/>
            <a:t>Outcome</a:t>
          </a:r>
          <a:endParaRPr lang="en-US"/>
        </a:p>
      </dgm:t>
    </dgm:pt>
    <dgm:pt modelId="{1896CC2E-7443-4360-9AD6-E3389E09DDF9}" type="parTrans" cxnId="{E938D00A-C1FA-4FCF-B767-17046F37D9DF}">
      <dgm:prSet/>
      <dgm:spPr/>
      <dgm:t>
        <a:bodyPr/>
        <a:lstStyle/>
        <a:p>
          <a:endParaRPr lang="en-US"/>
        </a:p>
      </dgm:t>
    </dgm:pt>
    <dgm:pt modelId="{C9660B4A-05B7-4D36-BF47-50AA47B34058}" type="sibTrans" cxnId="{E938D00A-C1FA-4FCF-B767-17046F37D9DF}">
      <dgm:prSet/>
      <dgm:spPr/>
      <dgm:t>
        <a:bodyPr/>
        <a:lstStyle/>
        <a:p>
          <a:endParaRPr lang="en-US"/>
        </a:p>
      </dgm:t>
    </dgm:pt>
    <dgm:pt modelId="{F816084D-FA16-443B-9AC8-1329E2018AB9}">
      <dgm:prSet/>
      <dgm:spPr/>
      <dgm:t>
        <a:bodyPr/>
        <a:lstStyle/>
        <a:p>
          <a:r>
            <a:rPr lang="en-IE"/>
            <a:t>24 automated tests passed </a:t>
          </a:r>
          <a:endParaRPr lang="en-US"/>
        </a:p>
      </dgm:t>
    </dgm:pt>
    <dgm:pt modelId="{11657795-82BB-4C3A-B4E3-10B1B19A6257}" type="parTrans" cxnId="{743CEFDE-C96E-4D14-A603-8601AE9196B3}">
      <dgm:prSet/>
      <dgm:spPr/>
      <dgm:t>
        <a:bodyPr/>
        <a:lstStyle/>
        <a:p>
          <a:endParaRPr lang="en-US"/>
        </a:p>
      </dgm:t>
    </dgm:pt>
    <dgm:pt modelId="{24434CFE-BF90-4E49-B74C-511E98FFFBF5}" type="sibTrans" cxnId="{743CEFDE-C96E-4D14-A603-8601AE9196B3}">
      <dgm:prSet/>
      <dgm:spPr/>
      <dgm:t>
        <a:bodyPr/>
        <a:lstStyle/>
        <a:p>
          <a:endParaRPr lang="en-US"/>
        </a:p>
      </dgm:t>
    </dgm:pt>
    <dgm:pt modelId="{7473CDE0-ADD3-4E79-B736-3D09328A2427}">
      <dgm:prSet/>
      <dgm:spPr/>
      <dgm:t>
        <a:bodyPr/>
        <a:lstStyle/>
        <a:p>
          <a:r>
            <a:rPr lang="en-IE"/>
            <a:t>All planned system tests passed </a:t>
          </a:r>
          <a:endParaRPr lang="en-US"/>
        </a:p>
      </dgm:t>
    </dgm:pt>
    <dgm:pt modelId="{C033BD34-B6BD-4004-AD38-2709FCDAB6D7}" type="parTrans" cxnId="{8BDB7CE2-FC23-44AF-80D3-2351A47491C9}">
      <dgm:prSet/>
      <dgm:spPr/>
      <dgm:t>
        <a:bodyPr/>
        <a:lstStyle/>
        <a:p>
          <a:endParaRPr lang="en-US"/>
        </a:p>
      </dgm:t>
    </dgm:pt>
    <dgm:pt modelId="{A76FBAC0-4E16-4D2B-935F-213339B05ACF}" type="sibTrans" cxnId="{8BDB7CE2-FC23-44AF-80D3-2351A47491C9}">
      <dgm:prSet/>
      <dgm:spPr/>
      <dgm:t>
        <a:bodyPr/>
        <a:lstStyle/>
        <a:p>
          <a:endParaRPr lang="en-US"/>
        </a:p>
      </dgm:t>
    </dgm:pt>
    <dgm:pt modelId="{0ECEB27E-706C-4A33-8B0B-456FE3D00325}">
      <dgm:prSet/>
      <dgm:spPr/>
      <dgm:t>
        <a:bodyPr/>
        <a:lstStyle/>
        <a:p>
          <a:r>
            <a:rPr lang="en-IE"/>
            <a:t>Application met all functional requirements</a:t>
          </a:r>
          <a:endParaRPr lang="en-US"/>
        </a:p>
      </dgm:t>
    </dgm:pt>
    <dgm:pt modelId="{0568C7E1-8BF4-4C2B-BAFC-2C4ADAFBE11F}" type="parTrans" cxnId="{175BF510-A94C-4209-9894-AA7FDE4CF367}">
      <dgm:prSet/>
      <dgm:spPr/>
      <dgm:t>
        <a:bodyPr/>
        <a:lstStyle/>
        <a:p>
          <a:endParaRPr lang="en-US"/>
        </a:p>
      </dgm:t>
    </dgm:pt>
    <dgm:pt modelId="{106B2FC0-21FE-4F8F-A309-3B697F07AD2C}" type="sibTrans" cxnId="{175BF510-A94C-4209-9894-AA7FDE4CF367}">
      <dgm:prSet/>
      <dgm:spPr/>
      <dgm:t>
        <a:bodyPr/>
        <a:lstStyle/>
        <a:p>
          <a:endParaRPr lang="en-US"/>
        </a:p>
      </dgm:t>
    </dgm:pt>
    <dgm:pt modelId="{4551940E-364B-462F-AD27-DDF507B1A067}" type="pres">
      <dgm:prSet presAssocID="{174C7BC0-A6DA-4B38-9AF9-502B0B4362C7}" presName="Name0" presStyleCnt="0">
        <dgm:presLayoutVars>
          <dgm:dir/>
          <dgm:animLvl val="lvl"/>
          <dgm:resizeHandles val="exact"/>
        </dgm:presLayoutVars>
      </dgm:prSet>
      <dgm:spPr/>
    </dgm:pt>
    <dgm:pt modelId="{4901D29B-D2A1-4887-BAB7-94F7C355BF9A}" type="pres">
      <dgm:prSet presAssocID="{D0848C07-6547-42B2-8707-F98FA531BB94}" presName="composite" presStyleCnt="0"/>
      <dgm:spPr/>
    </dgm:pt>
    <dgm:pt modelId="{962A9775-B660-4369-9ECA-76A5B1C77A25}" type="pres">
      <dgm:prSet presAssocID="{D0848C07-6547-42B2-8707-F98FA531BB94}" presName="parTx" presStyleLbl="alignNode1" presStyleIdx="0" presStyleCnt="5">
        <dgm:presLayoutVars>
          <dgm:chMax val="0"/>
          <dgm:chPref val="0"/>
          <dgm:bulletEnabled val="1"/>
        </dgm:presLayoutVars>
      </dgm:prSet>
      <dgm:spPr/>
    </dgm:pt>
    <dgm:pt modelId="{D7A13854-8AA3-4625-8C9F-1E35F0AA587A}" type="pres">
      <dgm:prSet presAssocID="{D0848C07-6547-42B2-8707-F98FA531BB94}" presName="desTx" presStyleLbl="alignAccFollowNode1" presStyleIdx="0" presStyleCnt="5">
        <dgm:presLayoutVars>
          <dgm:bulletEnabled val="1"/>
        </dgm:presLayoutVars>
      </dgm:prSet>
      <dgm:spPr/>
    </dgm:pt>
    <dgm:pt modelId="{4110AD48-65A3-4680-A481-D081EF7C1689}" type="pres">
      <dgm:prSet presAssocID="{23AB8727-0F0D-4CD7-8A1B-0032ACCFE280}" presName="space" presStyleCnt="0"/>
      <dgm:spPr/>
    </dgm:pt>
    <dgm:pt modelId="{E5EEEB73-B7D6-43C3-B8FD-626C1855420D}" type="pres">
      <dgm:prSet presAssocID="{EE59A2AA-300A-446D-A459-8A65650C7E23}" presName="composite" presStyleCnt="0"/>
      <dgm:spPr/>
    </dgm:pt>
    <dgm:pt modelId="{C0B00806-C28D-482C-ABA8-E404759875A2}" type="pres">
      <dgm:prSet presAssocID="{EE59A2AA-300A-446D-A459-8A65650C7E23}" presName="parTx" presStyleLbl="alignNode1" presStyleIdx="1" presStyleCnt="5">
        <dgm:presLayoutVars>
          <dgm:chMax val="0"/>
          <dgm:chPref val="0"/>
          <dgm:bulletEnabled val="1"/>
        </dgm:presLayoutVars>
      </dgm:prSet>
      <dgm:spPr/>
    </dgm:pt>
    <dgm:pt modelId="{68B54BB8-F7E5-4542-9A6D-61918DA60243}" type="pres">
      <dgm:prSet presAssocID="{EE59A2AA-300A-446D-A459-8A65650C7E23}" presName="desTx" presStyleLbl="alignAccFollowNode1" presStyleIdx="1" presStyleCnt="5">
        <dgm:presLayoutVars>
          <dgm:bulletEnabled val="1"/>
        </dgm:presLayoutVars>
      </dgm:prSet>
      <dgm:spPr/>
    </dgm:pt>
    <dgm:pt modelId="{9F03F72E-2355-4B70-877E-4307F65BEC1B}" type="pres">
      <dgm:prSet presAssocID="{9C23D6C2-0855-4426-B97E-E250446E3793}" presName="space" presStyleCnt="0"/>
      <dgm:spPr/>
    </dgm:pt>
    <dgm:pt modelId="{B1BF2AF2-6DEF-4E89-8822-7474F958E5B0}" type="pres">
      <dgm:prSet presAssocID="{729F6C17-BE7C-4104-84DE-C3CBBBD3C8D9}" presName="composite" presStyleCnt="0"/>
      <dgm:spPr/>
    </dgm:pt>
    <dgm:pt modelId="{8FA9666F-37A1-408F-A310-79AE9893137D}" type="pres">
      <dgm:prSet presAssocID="{729F6C17-BE7C-4104-84DE-C3CBBBD3C8D9}" presName="parTx" presStyleLbl="alignNode1" presStyleIdx="2" presStyleCnt="5">
        <dgm:presLayoutVars>
          <dgm:chMax val="0"/>
          <dgm:chPref val="0"/>
          <dgm:bulletEnabled val="1"/>
        </dgm:presLayoutVars>
      </dgm:prSet>
      <dgm:spPr/>
    </dgm:pt>
    <dgm:pt modelId="{8AEAEBFB-3310-43B8-A19E-37BE4596DAE3}" type="pres">
      <dgm:prSet presAssocID="{729F6C17-BE7C-4104-84DE-C3CBBBD3C8D9}" presName="desTx" presStyleLbl="alignAccFollowNode1" presStyleIdx="2" presStyleCnt="5">
        <dgm:presLayoutVars>
          <dgm:bulletEnabled val="1"/>
        </dgm:presLayoutVars>
      </dgm:prSet>
      <dgm:spPr/>
    </dgm:pt>
    <dgm:pt modelId="{B1C6255F-57A0-468D-A693-A9726C0C2D30}" type="pres">
      <dgm:prSet presAssocID="{06F975BF-2A7F-4095-AE17-B2F8446B2AE5}" presName="space" presStyleCnt="0"/>
      <dgm:spPr/>
    </dgm:pt>
    <dgm:pt modelId="{BFCB9DA3-5EC6-43CF-BE09-29F862017A6D}" type="pres">
      <dgm:prSet presAssocID="{0BC197A5-D7C6-4903-8C1A-6AAFDB462E46}" presName="composite" presStyleCnt="0"/>
      <dgm:spPr/>
    </dgm:pt>
    <dgm:pt modelId="{846B2601-2552-4B6A-B23F-184F206CCA93}" type="pres">
      <dgm:prSet presAssocID="{0BC197A5-D7C6-4903-8C1A-6AAFDB462E46}" presName="parTx" presStyleLbl="alignNode1" presStyleIdx="3" presStyleCnt="5">
        <dgm:presLayoutVars>
          <dgm:chMax val="0"/>
          <dgm:chPref val="0"/>
          <dgm:bulletEnabled val="1"/>
        </dgm:presLayoutVars>
      </dgm:prSet>
      <dgm:spPr/>
    </dgm:pt>
    <dgm:pt modelId="{0F7139EB-BD7E-4CF5-9B4E-6B17E66429B1}" type="pres">
      <dgm:prSet presAssocID="{0BC197A5-D7C6-4903-8C1A-6AAFDB462E46}" presName="desTx" presStyleLbl="alignAccFollowNode1" presStyleIdx="3" presStyleCnt="5">
        <dgm:presLayoutVars>
          <dgm:bulletEnabled val="1"/>
        </dgm:presLayoutVars>
      </dgm:prSet>
      <dgm:spPr/>
    </dgm:pt>
    <dgm:pt modelId="{3320C39C-CB22-451B-9B3A-97B9F9C6B28F}" type="pres">
      <dgm:prSet presAssocID="{68C7BE81-8282-456F-9C39-91E8EBFAEAC5}" presName="space" presStyleCnt="0"/>
      <dgm:spPr/>
    </dgm:pt>
    <dgm:pt modelId="{5DB322AD-2C08-4119-9A88-77756BB72DC5}" type="pres">
      <dgm:prSet presAssocID="{1305126E-5E43-46AB-8AAB-1EC0CBCDDC91}" presName="composite" presStyleCnt="0"/>
      <dgm:spPr/>
    </dgm:pt>
    <dgm:pt modelId="{1AD820B3-A82A-4276-B6CC-46731392EAEF}" type="pres">
      <dgm:prSet presAssocID="{1305126E-5E43-46AB-8AAB-1EC0CBCDDC91}" presName="parTx" presStyleLbl="alignNode1" presStyleIdx="4" presStyleCnt="5">
        <dgm:presLayoutVars>
          <dgm:chMax val="0"/>
          <dgm:chPref val="0"/>
          <dgm:bulletEnabled val="1"/>
        </dgm:presLayoutVars>
      </dgm:prSet>
      <dgm:spPr/>
    </dgm:pt>
    <dgm:pt modelId="{E522ABA4-EFC3-4019-8454-344F60FCBA95}" type="pres">
      <dgm:prSet presAssocID="{1305126E-5E43-46AB-8AAB-1EC0CBCDDC91}" presName="desTx" presStyleLbl="alignAccFollowNode1" presStyleIdx="4" presStyleCnt="5">
        <dgm:presLayoutVars>
          <dgm:bulletEnabled val="1"/>
        </dgm:presLayoutVars>
      </dgm:prSet>
      <dgm:spPr/>
    </dgm:pt>
  </dgm:ptLst>
  <dgm:cxnLst>
    <dgm:cxn modelId="{A83E6007-7BAA-4E19-8970-B16078C9F1E8}" srcId="{D0848C07-6547-42B2-8707-F98FA531BB94}" destId="{EE1DD065-A1B5-41B2-895A-7EC28798ED85}" srcOrd="2" destOrd="0" parTransId="{A7CDCD8B-9E4A-409C-9B57-CF986323E82C}" sibTransId="{07F20EC2-5C28-4630-9A65-A1FA90B8F782}"/>
    <dgm:cxn modelId="{E938D00A-C1FA-4FCF-B767-17046F37D9DF}" srcId="{174C7BC0-A6DA-4B38-9AF9-502B0B4362C7}" destId="{1305126E-5E43-46AB-8AAB-1EC0CBCDDC91}" srcOrd="4" destOrd="0" parTransId="{1896CC2E-7443-4360-9AD6-E3389E09DDF9}" sibTransId="{C9660B4A-05B7-4D36-BF47-50AA47B34058}"/>
    <dgm:cxn modelId="{B1FFE90E-D9B3-4CBE-B820-2016D6C87B0F}" type="presOf" srcId="{1AD0E0BA-C1D6-49A4-82D1-E969BD8FCDF8}" destId="{0F7139EB-BD7E-4CF5-9B4E-6B17E66429B1}" srcOrd="0" destOrd="0" presId="urn:microsoft.com/office/officeart/2005/8/layout/hList1"/>
    <dgm:cxn modelId="{93712A10-C99D-43FC-960E-0B11B03E8F36}" srcId="{D0848C07-6547-42B2-8707-F98FA531BB94}" destId="{14E6748A-A138-42A0-AF86-4CACC0F5E6A4}" srcOrd="0" destOrd="0" parTransId="{EEE7052B-E769-4240-B766-5321C889E24D}" sibTransId="{83C6C374-6513-4E14-B43F-8EC8E532AFC8}"/>
    <dgm:cxn modelId="{22AE8E10-62D1-43A0-8928-12398BBE8DBD}" srcId="{0BC197A5-D7C6-4903-8C1A-6AAFDB462E46}" destId="{CB9446E3-22A8-4EB1-94D6-2E8E423D03A3}" srcOrd="3" destOrd="0" parTransId="{B536CA73-F9E9-464D-A053-B2FD66191EDC}" sibTransId="{AF268209-B21E-4A4E-935D-164E5B6E4FED}"/>
    <dgm:cxn modelId="{175BF510-A94C-4209-9894-AA7FDE4CF367}" srcId="{1305126E-5E43-46AB-8AAB-1EC0CBCDDC91}" destId="{0ECEB27E-706C-4A33-8B0B-456FE3D00325}" srcOrd="2" destOrd="0" parTransId="{0568C7E1-8BF4-4C2B-BAFC-2C4ADAFBE11F}" sibTransId="{106B2FC0-21FE-4F8F-A309-3B697F07AD2C}"/>
    <dgm:cxn modelId="{BBC6F320-CFBB-461D-9537-BB2D51AE4855}" srcId="{174C7BC0-A6DA-4B38-9AF9-502B0B4362C7}" destId="{0BC197A5-D7C6-4903-8C1A-6AAFDB462E46}" srcOrd="3" destOrd="0" parTransId="{D070C695-B63D-47FC-94C0-671DADA15262}" sibTransId="{68C7BE81-8282-456F-9C39-91E8EBFAEAC5}"/>
    <dgm:cxn modelId="{BAA9BE2C-6748-4AA6-AC18-4B691C424313}" type="presOf" srcId="{CB9446E3-22A8-4EB1-94D6-2E8E423D03A3}" destId="{0F7139EB-BD7E-4CF5-9B4E-6B17E66429B1}" srcOrd="0" destOrd="3" presId="urn:microsoft.com/office/officeart/2005/8/layout/hList1"/>
    <dgm:cxn modelId="{1F26FC36-AE96-42D3-92F1-8379979BB920}" srcId="{0BC197A5-D7C6-4903-8C1A-6AAFDB462E46}" destId="{3026595D-5730-4F3C-AA50-590F26E394C0}" srcOrd="5" destOrd="0" parTransId="{E11387C1-A0EF-4FE6-B3CE-E78A5F3008BF}" sibTransId="{E7E4E60B-C67B-4ED1-B1B3-070656DECCD1}"/>
    <dgm:cxn modelId="{4F987E3E-ED46-404A-B268-90D58E9BA0BE}" type="presOf" srcId="{A11D6E1A-CF90-4758-807D-1927A3EA6F2E}" destId="{D7A13854-8AA3-4625-8C9F-1E35F0AA587A}" srcOrd="0" destOrd="1" presId="urn:microsoft.com/office/officeart/2005/8/layout/hList1"/>
    <dgm:cxn modelId="{1ADB355E-1DEE-4191-A9B2-32EDC05DDF9A}" type="presOf" srcId="{FCF33AEB-5809-4100-991B-75C35559E896}" destId="{0F7139EB-BD7E-4CF5-9B4E-6B17E66429B1}" srcOrd="0" destOrd="1" presId="urn:microsoft.com/office/officeart/2005/8/layout/hList1"/>
    <dgm:cxn modelId="{CB23E244-1B59-4B52-98D8-BFFBFE8D0806}" srcId="{D0848C07-6547-42B2-8707-F98FA531BB94}" destId="{A11D6E1A-CF90-4758-807D-1927A3EA6F2E}" srcOrd="1" destOrd="0" parTransId="{A71A5171-D0E8-4D7B-AB7E-63E5FFE603E3}" sibTransId="{A9C2F6D9-26B9-43EA-8352-92272B010673}"/>
    <dgm:cxn modelId="{82D65746-8AAF-4B2C-9081-622C3EDC0765}" srcId="{0BC197A5-D7C6-4903-8C1A-6AAFDB462E46}" destId="{BC35C7F6-0A88-422F-98B1-6B1C8540E726}" srcOrd="4" destOrd="0" parTransId="{B8F81C08-4E24-4B59-BC31-E9DBD0DE56B7}" sibTransId="{E03709B8-637B-44DE-95B2-E243DB036A82}"/>
    <dgm:cxn modelId="{AFA33668-88F5-4A71-8D2B-24BEB3FEE262}" type="presOf" srcId="{14E6748A-A138-42A0-AF86-4CACC0F5E6A4}" destId="{D7A13854-8AA3-4625-8C9F-1E35F0AA587A}" srcOrd="0" destOrd="0" presId="urn:microsoft.com/office/officeart/2005/8/layout/hList1"/>
    <dgm:cxn modelId="{CC000E4A-582C-4015-8880-5F7D58B50F69}" srcId="{174C7BC0-A6DA-4B38-9AF9-502B0B4362C7}" destId="{D0848C07-6547-42B2-8707-F98FA531BB94}" srcOrd="0" destOrd="0" parTransId="{EA6F3171-FC74-47F2-A9D0-D5CA150A8955}" sibTransId="{23AB8727-0F0D-4CD7-8A1B-0032ACCFE280}"/>
    <dgm:cxn modelId="{EE40D36B-A2A4-41A7-9C71-88D22F1E6658}" srcId="{0BC197A5-D7C6-4903-8C1A-6AAFDB462E46}" destId="{FCF33AEB-5809-4100-991B-75C35559E896}" srcOrd="1" destOrd="0" parTransId="{831922E6-2CF9-436F-B4E7-B15769FD074C}" sibTransId="{8EBFAA6F-6A24-4ECD-ACD3-292FCFC3A546}"/>
    <dgm:cxn modelId="{25E1264F-7C78-4047-91A7-F1C90F71ADB9}" srcId="{EE59A2AA-300A-446D-A459-8A65650C7E23}" destId="{42208BB4-28E3-4CAB-AC52-F2BB5A85A816}" srcOrd="2" destOrd="0" parTransId="{377DB40D-92C5-4467-BD3D-D18B2CE821F3}" sibTransId="{65583036-077D-4CC5-8EEF-BC2FAF795503}"/>
    <dgm:cxn modelId="{36A33772-B7BE-4B33-8633-DFEF6B13A426}" type="presOf" srcId="{1305126E-5E43-46AB-8AAB-1EC0CBCDDC91}" destId="{1AD820B3-A82A-4276-B6CC-46731392EAEF}" srcOrd="0" destOrd="0" presId="urn:microsoft.com/office/officeart/2005/8/layout/hList1"/>
    <dgm:cxn modelId="{917A0C59-214C-4BB0-932F-75F584D2EC39}" type="presOf" srcId="{BC35C7F6-0A88-422F-98B1-6B1C8540E726}" destId="{0F7139EB-BD7E-4CF5-9B4E-6B17E66429B1}" srcOrd="0" destOrd="4" presId="urn:microsoft.com/office/officeart/2005/8/layout/hList1"/>
    <dgm:cxn modelId="{CD0D3C81-6CDB-44E5-8C9C-B91006D544E9}" srcId="{729F6C17-BE7C-4104-84DE-C3CBBBD3C8D9}" destId="{93A7B0A5-22EA-4D94-A053-92129763F6E1}" srcOrd="0" destOrd="0" parTransId="{92EFB4D9-B073-4B3E-A94D-64384660FF4F}" sibTransId="{F3028D52-4727-4CDD-8B2D-4F9C3FC1A717}"/>
    <dgm:cxn modelId="{87CFA184-F822-48B2-94F0-A1CA1B3CCBE9}" type="presOf" srcId="{3026595D-5730-4F3C-AA50-590F26E394C0}" destId="{0F7139EB-BD7E-4CF5-9B4E-6B17E66429B1}" srcOrd="0" destOrd="5" presId="urn:microsoft.com/office/officeart/2005/8/layout/hList1"/>
    <dgm:cxn modelId="{AE70CB8A-81D1-43BF-8169-3F0D3E685066}" type="presOf" srcId="{665CEBF1-C393-476B-B04D-65A9AFB98891}" destId="{0F7139EB-BD7E-4CF5-9B4E-6B17E66429B1}" srcOrd="0" destOrd="2" presId="urn:microsoft.com/office/officeart/2005/8/layout/hList1"/>
    <dgm:cxn modelId="{8B0C198B-3168-4DEF-B0AB-21C0F5D62F73}" type="presOf" srcId="{7473CDE0-ADD3-4E79-B736-3D09328A2427}" destId="{E522ABA4-EFC3-4019-8454-344F60FCBA95}" srcOrd="0" destOrd="1" presId="urn:microsoft.com/office/officeart/2005/8/layout/hList1"/>
    <dgm:cxn modelId="{05C8438B-FDC2-4E6D-A64A-F550FC1718CC}" type="presOf" srcId="{EE1DD065-A1B5-41B2-895A-7EC28798ED85}" destId="{D7A13854-8AA3-4625-8C9F-1E35F0AA587A}" srcOrd="0" destOrd="2" presId="urn:microsoft.com/office/officeart/2005/8/layout/hList1"/>
    <dgm:cxn modelId="{663C8F8C-3029-4075-AF33-C3EE8CC28E01}" srcId="{0BC197A5-D7C6-4903-8C1A-6AAFDB462E46}" destId="{1AD0E0BA-C1D6-49A4-82D1-E969BD8FCDF8}" srcOrd="0" destOrd="0" parTransId="{9762902C-25B2-4AEA-A3CF-5DEAC075A0F4}" sibTransId="{461D3290-CF05-40E7-9B2C-3A0BF548079A}"/>
    <dgm:cxn modelId="{F76E0A8D-9775-4498-A538-7AD19E603E85}" type="presOf" srcId="{EE59A2AA-300A-446D-A459-8A65650C7E23}" destId="{C0B00806-C28D-482C-ABA8-E404759875A2}" srcOrd="0" destOrd="0" presId="urn:microsoft.com/office/officeart/2005/8/layout/hList1"/>
    <dgm:cxn modelId="{15D67A90-8159-4D30-98AF-D5023BFA6688}" srcId="{EE59A2AA-300A-446D-A459-8A65650C7E23}" destId="{E7C98585-0D7D-422A-B6E8-E759B870F31F}" srcOrd="1" destOrd="0" parTransId="{EA7D9091-A51E-419B-AE4F-AB2A2AAA9514}" sibTransId="{C1F6BEE5-A717-4F07-A8CC-BD626EB26D03}"/>
    <dgm:cxn modelId="{A84EB494-9354-4AE5-B22B-2397B02C9245}" type="presOf" srcId="{93A7B0A5-22EA-4D94-A053-92129763F6E1}" destId="{8AEAEBFB-3310-43B8-A19E-37BE4596DAE3}" srcOrd="0" destOrd="0" presId="urn:microsoft.com/office/officeart/2005/8/layout/hList1"/>
    <dgm:cxn modelId="{A945BAA0-7292-45B2-A854-F15A72B93878}" type="presOf" srcId="{4069FA31-9492-48D5-9F05-528FB3FE1B7F}" destId="{68B54BB8-F7E5-4542-9A6D-61918DA60243}" srcOrd="0" destOrd="0" presId="urn:microsoft.com/office/officeart/2005/8/layout/hList1"/>
    <dgm:cxn modelId="{28CC05A8-49F9-4175-B203-436D4C5EFF6D}" srcId="{729F6C17-BE7C-4104-84DE-C3CBBBD3C8D9}" destId="{47182CCA-9109-4612-8500-93986140D2D0}" srcOrd="1" destOrd="0" parTransId="{B98880AD-9D18-4C98-AF40-1F97FC935AC2}" sibTransId="{7A7B2350-44B8-4094-90F0-D8881475C772}"/>
    <dgm:cxn modelId="{0B1C1DB6-1A6A-4501-8CA7-124CBAA80E42}" type="presOf" srcId="{729F6C17-BE7C-4104-84DE-C3CBBBD3C8D9}" destId="{8FA9666F-37A1-408F-A310-79AE9893137D}" srcOrd="0" destOrd="0" presId="urn:microsoft.com/office/officeart/2005/8/layout/hList1"/>
    <dgm:cxn modelId="{5B5A61BB-4AF6-4411-9440-EA5D8979A94C}" srcId="{174C7BC0-A6DA-4B38-9AF9-502B0B4362C7}" destId="{EE59A2AA-300A-446D-A459-8A65650C7E23}" srcOrd="1" destOrd="0" parTransId="{597FF2CF-4E63-4997-BEFA-C5CED203137D}" sibTransId="{9C23D6C2-0855-4426-B97E-E250446E3793}"/>
    <dgm:cxn modelId="{2348AEBD-84D1-4EBB-89B1-B5D349245E62}" type="presOf" srcId="{174C7BC0-A6DA-4B38-9AF9-502B0B4362C7}" destId="{4551940E-364B-462F-AD27-DDF507B1A067}" srcOrd="0" destOrd="0" presId="urn:microsoft.com/office/officeart/2005/8/layout/hList1"/>
    <dgm:cxn modelId="{E8BC81CA-ABBA-4F50-87CE-01DA78101A39}" type="presOf" srcId="{F816084D-FA16-443B-9AC8-1329E2018AB9}" destId="{E522ABA4-EFC3-4019-8454-344F60FCBA95}" srcOrd="0" destOrd="0" presId="urn:microsoft.com/office/officeart/2005/8/layout/hList1"/>
    <dgm:cxn modelId="{D87B0AD9-E228-4FE6-9C3C-424445F1979A}" type="presOf" srcId="{0ECEB27E-706C-4A33-8B0B-456FE3D00325}" destId="{E522ABA4-EFC3-4019-8454-344F60FCBA95}" srcOrd="0" destOrd="2" presId="urn:microsoft.com/office/officeart/2005/8/layout/hList1"/>
    <dgm:cxn modelId="{743CEFDE-C96E-4D14-A603-8601AE9196B3}" srcId="{1305126E-5E43-46AB-8AAB-1EC0CBCDDC91}" destId="{F816084D-FA16-443B-9AC8-1329E2018AB9}" srcOrd="0" destOrd="0" parTransId="{11657795-82BB-4C3A-B4E3-10B1B19A6257}" sibTransId="{24434CFE-BF90-4E49-B74C-511E98FFFBF5}"/>
    <dgm:cxn modelId="{8BDB7CE2-FC23-44AF-80D3-2351A47491C9}" srcId="{1305126E-5E43-46AB-8AAB-1EC0CBCDDC91}" destId="{7473CDE0-ADD3-4E79-B736-3D09328A2427}" srcOrd="1" destOrd="0" parTransId="{C033BD34-B6BD-4004-AD38-2709FCDAB6D7}" sibTransId="{A76FBAC0-4E16-4D2B-935F-213339B05ACF}"/>
    <dgm:cxn modelId="{C6E86BE3-4997-43C8-B67C-050EC8C12EBF}" type="presOf" srcId="{42208BB4-28E3-4CAB-AC52-F2BB5A85A816}" destId="{68B54BB8-F7E5-4542-9A6D-61918DA60243}" srcOrd="0" destOrd="2" presId="urn:microsoft.com/office/officeart/2005/8/layout/hList1"/>
    <dgm:cxn modelId="{2393CCE3-D0A3-4740-96EA-E5D659023007}" srcId="{EE59A2AA-300A-446D-A459-8A65650C7E23}" destId="{4069FA31-9492-48D5-9F05-528FB3FE1B7F}" srcOrd="0" destOrd="0" parTransId="{CCB9545B-2C73-48EB-A697-0E4BA10FA132}" sibTransId="{6BF89D76-80B5-41CE-A360-CB42AE3FC2FC}"/>
    <dgm:cxn modelId="{702E96E5-B426-455D-A7F4-D1F0923334B7}" type="presOf" srcId="{47182CCA-9109-4612-8500-93986140D2D0}" destId="{8AEAEBFB-3310-43B8-A19E-37BE4596DAE3}" srcOrd="0" destOrd="1" presId="urn:microsoft.com/office/officeart/2005/8/layout/hList1"/>
    <dgm:cxn modelId="{2CCE5AE8-FCFA-498F-B20F-7B75528EBE5D}" srcId="{0BC197A5-D7C6-4903-8C1A-6AAFDB462E46}" destId="{665CEBF1-C393-476B-B04D-65A9AFB98891}" srcOrd="2" destOrd="0" parTransId="{A32EB242-BD8C-4BFA-841D-B48C6A1624EE}" sibTransId="{F1B07617-4BF5-4D76-A7E2-5214F9B307D5}"/>
    <dgm:cxn modelId="{3525C3E8-950A-4C00-B715-38DFA958AA9A}" srcId="{174C7BC0-A6DA-4B38-9AF9-502B0B4362C7}" destId="{729F6C17-BE7C-4104-84DE-C3CBBBD3C8D9}" srcOrd="2" destOrd="0" parTransId="{63FB29C8-FC86-4C95-A9C6-102D76F28AEB}" sibTransId="{06F975BF-2A7F-4095-AE17-B2F8446B2AE5}"/>
    <dgm:cxn modelId="{FFD516F0-CF68-42FE-9434-808F82C7D6CD}" type="presOf" srcId="{0BC197A5-D7C6-4903-8C1A-6AAFDB462E46}" destId="{846B2601-2552-4B6A-B23F-184F206CCA93}" srcOrd="0" destOrd="0" presId="urn:microsoft.com/office/officeart/2005/8/layout/hList1"/>
    <dgm:cxn modelId="{1EB2F0FA-CE9D-4741-AAE8-6EE0251D9D3A}" type="presOf" srcId="{D0848C07-6547-42B2-8707-F98FA531BB94}" destId="{962A9775-B660-4369-9ECA-76A5B1C77A25}" srcOrd="0" destOrd="0" presId="urn:microsoft.com/office/officeart/2005/8/layout/hList1"/>
    <dgm:cxn modelId="{6A666FFE-42A9-418F-8960-354AE11C6718}" type="presOf" srcId="{E7C98585-0D7D-422A-B6E8-E759B870F31F}" destId="{68B54BB8-F7E5-4542-9A6D-61918DA60243}" srcOrd="0" destOrd="1" presId="urn:microsoft.com/office/officeart/2005/8/layout/hList1"/>
    <dgm:cxn modelId="{7326BCE7-801D-4964-931D-90769985959C}" type="presParOf" srcId="{4551940E-364B-462F-AD27-DDF507B1A067}" destId="{4901D29B-D2A1-4887-BAB7-94F7C355BF9A}" srcOrd="0" destOrd="0" presId="urn:microsoft.com/office/officeart/2005/8/layout/hList1"/>
    <dgm:cxn modelId="{BE5402B5-CB4A-48EB-8302-85D4F117D9EE}" type="presParOf" srcId="{4901D29B-D2A1-4887-BAB7-94F7C355BF9A}" destId="{962A9775-B660-4369-9ECA-76A5B1C77A25}" srcOrd="0" destOrd="0" presId="urn:microsoft.com/office/officeart/2005/8/layout/hList1"/>
    <dgm:cxn modelId="{7669F90E-EFE8-41DB-97DA-6E2DBF363FD8}" type="presParOf" srcId="{4901D29B-D2A1-4887-BAB7-94F7C355BF9A}" destId="{D7A13854-8AA3-4625-8C9F-1E35F0AA587A}" srcOrd="1" destOrd="0" presId="urn:microsoft.com/office/officeart/2005/8/layout/hList1"/>
    <dgm:cxn modelId="{7D348457-9AD8-4E91-9653-9F42DFB65EBA}" type="presParOf" srcId="{4551940E-364B-462F-AD27-DDF507B1A067}" destId="{4110AD48-65A3-4680-A481-D081EF7C1689}" srcOrd="1" destOrd="0" presId="urn:microsoft.com/office/officeart/2005/8/layout/hList1"/>
    <dgm:cxn modelId="{52FBB0AD-648E-4FA9-B233-2BC98F0A26C8}" type="presParOf" srcId="{4551940E-364B-462F-AD27-DDF507B1A067}" destId="{E5EEEB73-B7D6-43C3-B8FD-626C1855420D}" srcOrd="2" destOrd="0" presId="urn:microsoft.com/office/officeart/2005/8/layout/hList1"/>
    <dgm:cxn modelId="{E366C72F-A1E3-4E1D-88F3-BC37AA636FB7}" type="presParOf" srcId="{E5EEEB73-B7D6-43C3-B8FD-626C1855420D}" destId="{C0B00806-C28D-482C-ABA8-E404759875A2}" srcOrd="0" destOrd="0" presId="urn:microsoft.com/office/officeart/2005/8/layout/hList1"/>
    <dgm:cxn modelId="{EDA4E4F9-74E5-417F-8222-D1B7C5160B93}" type="presParOf" srcId="{E5EEEB73-B7D6-43C3-B8FD-626C1855420D}" destId="{68B54BB8-F7E5-4542-9A6D-61918DA60243}" srcOrd="1" destOrd="0" presId="urn:microsoft.com/office/officeart/2005/8/layout/hList1"/>
    <dgm:cxn modelId="{53CD2E6A-EB75-42CF-868C-D09BDD7548ED}" type="presParOf" srcId="{4551940E-364B-462F-AD27-DDF507B1A067}" destId="{9F03F72E-2355-4B70-877E-4307F65BEC1B}" srcOrd="3" destOrd="0" presId="urn:microsoft.com/office/officeart/2005/8/layout/hList1"/>
    <dgm:cxn modelId="{1DE70311-A9AA-4DF9-95DC-13E55B858D68}" type="presParOf" srcId="{4551940E-364B-462F-AD27-DDF507B1A067}" destId="{B1BF2AF2-6DEF-4E89-8822-7474F958E5B0}" srcOrd="4" destOrd="0" presId="urn:microsoft.com/office/officeart/2005/8/layout/hList1"/>
    <dgm:cxn modelId="{DA5D209A-F6A8-4D7E-B6D5-35B29075A137}" type="presParOf" srcId="{B1BF2AF2-6DEF-4E89-8822-7474F958E5B0}" destId="{8FA9666F-37A1-408F-A310-79AE9893137D}" srcOrd="0" destOrd="0" presId="urn:microsoft.com/office/officeart/2005/8/layout/hList1"/>
    <dgm:cxn modelId="{A6486559-2288-4180-A3A9-4F0E160D5DC7}" type="presParOf" srcId="{B1BF2AF2-6DEF-4E89-8822-7474F958E5B0}" destId="{8AEAEBFB-3310-43B8-A19E-37BE4596DAE3}" srcOrd="1" destOrd="0" presId="urn:microsoft.com/office/officeart/2005/8/layout/hList1"/>
    <dgm:cxn modelId="{6C7377D1-37FD-48DF-9F67-93617A2BCE2E}" type="presParOf" srcId="{4551940E-364B-462F-AD27-DDF507B1A067}" destId="{B1C6255F-57A0-468D-A693-A9726C0C2D30}" srcOrd="5" destOrd="0" presId="urn:microsoft.com/office/officeart/2005/8/layout/hList1"/>
    <dgm:cxn modelId="{4657F59D-2627-47D2-8F02-C3EE80307B90}" type="presParOf" srcId="{4551940E-364B-462F-AD27-DDF507B1A067}" destId="{BFCB9DA3-5EC6-43CF-BE09-29F862017A6D}" srcOrd="6" destOrd="0" presId="urn:microsoft.com/office/officeart/2005/8/layout/hList1"/>
    <dgm:cxn modelId="{3FC86D6B-E816-4F38-A296-BF11B173EFEF}" type="presParOf" srcId="{BFCB9DA3-5EC6-43CF-BE09-29F862017A6D}" destId="{846B2601-2552-4B6A-B23F-184F206CCA93}" srcOrd="0" destOrd="0" presId="urn:microsoft.com/office/officeart/2005/8/layout/hList1"/>
    <dgm:cxn modelId="{04A07F6A-F965-487B-902D-501AE5186464}" type="presParOf" srcId="{BFCB9DA3-5EC6-43CF-BE09-29F862017A6D}" destId="{0F7139EB-BD7E-4CF5-9B4E-6B17E66429B1}" srcOrd="1" destOrd="0" presId="urn:microsoft.com/office/officeart/2005/8/layout/hList1"/>
    <dgm:cxn modelId="{5B58E7A4-D545-423B-8A10-0856804BBAEB}" type="presParOf" srcId="{4551940E-364B-462F-AD27-DDF507B1A067}" destId="{3320C39C-CB22-451B-9B3A-97B9F9C6B28F}" srcOrd="7" destOrd="0" presId="urn:microsoft.com/office/officeart/2005/8/layout/hList1"/>
    <dgm:cxn modelId="{84860C34-38AF-46B3-8731-B10B32A479FB}" type="presParOf" srcId="{4551940E-364B-462F-AD27-DDF507B1A067}" destId="{5DB322AD-2C08-4119-9A88-77756BB72DC5}" srcOrd="8" destOrd="0" presId="urn:microsoft.com/office/officeart/2005/8/layout/hList1"/>
    <dgm:cxn modelId="{956ED8B9-6F4B-4DAA-BF09-AE3F308B3F28}" type="presParOf" srcId="{5DB322AD-2C08-4119-9A88-77756BB72DC5}" destId="{1AD820B3-A82A-4276-B6CC-46731392EAEF}" srcOrd="0" destOrd="0" presId="urn:microsoft.com/office/officeart/2005/8/layout/hList1"/>
    <dgm:cxn modelId="{74141803-EF62-4544-A053-AFA633E1FAFA}" type="presParOf" srcId="{5DB322AD-2C08-4119-9A88-77756BB72DC5}" destId="{E522ABA4-EFC3-4019-8454-344F60FCBA9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3B3306-9E08-493E-B4D1-8F0414F0F3F5}">
      <dsp:nvSpPr>
        <dsp:cNvPr id="0" name=""/>
        <dsp:cNvSpPr/>
      </dsp:nvSpPr>
      <dsp:spPr>
        <a:xfrm>
          <a:off x="5134" y="1698153"/>
          <a:ext cx="1591716" cy="955030"/>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IE" sz="1800" kern="1200" dirty="0"/>
            <a:t>Race Initialisation</a:t>
          </a:r>
        </a:p>
      </dsp:txBody>
      <dsp:txXfrm>
        <a:off x="33106" y="1726125"/>
        <a:ext cx="1535772" cy="899086"/>
      </dsp:txXfrm>
    </dsp:sp>
    <dsp:sp modelId="{AC35074A-6676-451D-B690-4D7F43554B5E}">
      <dsp:nvSpPr>
        <dsp:cNvPr id="0" name=""/>
        <dsp:cNvSpPr/>
      </dsp:nvSpPr>
      <dsp:spPr>
        <a:xfrm>
          <a:off x="1756023" y="1978296"/>
          <a:ext cx="337443" cy="394745"/>
        </a:xfrm>
        <a:prstGeom prst="rightArrow">
          <a:avLst>
            <a:gd name="adj1" fmla="val 60000"/>
            <a:gd name="adj2" fmla="val 50000"/>
          </a:avLst>
        </a:prstGeom>
        <a:solidFill>
          <a:schemeClr val="accent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IE" sz="1400" kern="1200"/>
        </a:p>
      </dsp:txBody>
      <dsp:txXfrm>
        <a:off x="1756023" y="2057245"/>
        <a:ext cx="236210" cy="236847"/>
      </dsp:txXfrm>
    </dsp:sp>
    <dsp:sp modelId="{C1DA1859-ADFE-446E-8AF2-B62D312D6EF6}">
      <dsp:nvSpPr>
        <dsp:cNvPr id="0" name=""/>
        <dsp:cNvSpPr/>
      </dsp:nvSpPr>
      <dsp:spPr>
        <a:xfrm>
          <a:off x="2233538" y="1698153"/>
          <a:ext cx="1591716" cy="955030"/>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IE" sz="1800" kern="1200" dirty="0"/>
            <a:t>Driver Behaviour Update</a:t>
          </a:r>
        </a:p>
      </dsp:txBody>
      <dsp:txXfrm>
        <a:off x="2261510" y="1726125"/>
        <a:ext cx="1535772" cy="899086"/>
      </dsp:txXfrm>
    </dsp:sp>
    <dsp:sp modelId="{0E0C0A7D-3DD8-4B75-85A5-205A5F9A5CAD}">
      <dsp:nvSpPr>
        <dsp:cNvPr id="0" name=""/>
        <dsp:cNvSpPr/>
      </dsp:nvSpPr>
      <dsp:spPr>
        <a:xfrm>
          <a:off x="3984426" y="1978296"/>
          <a:ext cx="337443" cy="394745"/>
        </a:xfrm>
        <a:prstGeom prst="rightArrow">
          <a:avLst>
            <a:gd name="adj1" fmla="val 60000"/>
            <a:gd name="adj2" fmla="val 50000"/>
          </a:avLst>
        </a:prstGeom>
        <a:solidFill>
          <a:srgbClr val="A93044"/>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IE" sz="1400" kern="1200"/>
        </a:p>
      </dsp:txBody>
      <dsp:txXfrm>
        <a:off x="3984426" y="2057245"/>
        <a:ext cx="236210" cy="236847"/>
      </dsp:txXfrm>
    </dsp:sp>
    <dsp:sp modelId="{FB3320C9-CCE2-4A09-9D4B-F0C97D609CA6}">
      <dsp:nvSpPr>
        <dsp:cNvPr id="0" name=""/>
        <dsp:cNvSpPr/>
      </dsp:nvSpPr>
      <dsp:spPr>
        <a:xfrm>
          <a:off x="4461941" y="1698153"/>
          <a:ext cx="1591716" cy="955030"/>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IE" sz="1800" kern="1200" dirty="0"/>
            <a:t>Race Simulation Loop</a:t>
          </a:r>
        </a:p>
      </dsp:txBody>
      <dsp:txXfrm>
        <a:off x="4489913" y="1726125"/>
        <a:ext cx="1535772" cy="899086"/>
      </dsp:txXfrm>
    </dsp:sp>
    <dsp:sp modelId="{1B1207CD-762C-4032-9B85-93FBD354AF22}">
      <dsp:nvSpPr>
        <dsp:cNvPr id="0" name=""/>
        <dsp:cNvSpPr/>
      </dsp:nvSpPr>
      <dsp:spPr>
        <a:xfrm>
          <a:off x="6212830" y="1978296"/>
          <a:ext cx="337443" cy="394745"/>
        </a:xfrm>
        <a:prstGeom prst="rightArrow">
          <a:avLst>
            <a:gd name="adj1" fmla="val 60000"/>
            <a:gd name="adj2" fmla="val 50000"/>
          </a:avLst>
        </a:prstGeom>
        <a:solidFill>
          <a:srgbClr val="A93044"/>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IE" sz="1400" kern="1200"/>
        </a:p>
      </dsp:txBody>
      <dsp:txXfrm>
        <a:off x="6212830" y="2057245"/>
        <a:ext cx="236210" cy="236847"/>
      </dsp:txXfrm>
    </dsp:sp>
    <dsp:sp modelId="{BA0053AC-5E35-47CA-8098-43C45F42DE77}">
      <dsp:nvSpPr>
        <dsp:cNvPr id="0" name=""/>
        <dsp:cNvSpPr/>
      </dsp:nvSpPr>
      <dsp:spPr>
        <a:xfrm>
          <a:off x="6690345" y="1698153"/>
          <a:ext cx="1591716" cy="955030"/>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IE" sz="1800" kern="1200" dirty="0"/>
            <a:t>Checkpoint &amp; Position Update</a:t>
          </a:r>
        </a:p>
      </dsp:txBody>
      <dsp:txXfrm>
        <a:off x="6718317" y="1726125"/>
        <a:ext cx="1535772" cy="899086"/>
      </dsp:txXfrm>
    </dsp:sp>
    <dsp:sp modelId="{6D83BE8D-26D3-4FC5-A60B-6AE7DD08ECAE}">
      <dsp:nvSpPr>
        <dsp:cNvPr id="0" name=""/>
        <dsp:cNvSpPr/>
      </dsp:nvSpPr>
      <dsp:spPr>
        <a:xfrm>
          <a:off x="8441233" y="1978296"/>
          <a:ext cx="337443" cy="394745"/>
        </a:xfrm>
        <a:prstGeom prst="rightArrow">
          <a:avLst>
            <a:gd name="adj1" fmla="val 60000"/>
            <a:gd name="adj2" fmla="val 50000"/>
          </a:avLst>
        </a:prstGeom>
        <a:solidFill>
          <a:srgbClr val="A93044"/>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IE" sz="1400" kern="1200"/>
        </a:p>
      </dsp:txBody>
      <dsp:txXfrm>
        <a:off x="8441233" y="2057245"/>
        <a:ext cx="236210" cy="236847"/>
      </dsp:txXfrm>
    </dsp:sp>
    <dsp:sp modelId="{632D27BE-4310-42B5-B451-A9DDF8B20469}">
      <dsp:nvSpPr>
        <dsp:cNvPr id="0" name=""/>
        <dsp:cNvSpPr/>
      </dsp:nvSpPr>
      <dsp:spPr>
        <a:xfrm>
          <a:off x="8918748" y="1698153"/>
          <a:ext cx="1591716" cy="955030"/>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IE" sz="1800" kern="1200" dirty="0"/>
            <a:t>Telemetry Generation</a:t>
          </a:r>
        </a:p>
      </dsp:txBody>
      <dsp:txXfrm>
        <a:off x="8946720" y="1726125"/>
        <a:ext cx="1535772" cy="89908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2A9775-B660-4369-9ECA-76A5B1C77A25}">
      <dsp:nvSpPr>
        <dsp:cNvPr id="0" name=""/>
        <dsp:cNvSpPr/>
      </dsp:nvSpPr>
      <dsp:spPr>
        <a:xfrm>
          <a:off x="4929" y="399957"/>
          <a:ext cx="1889521" cy="580647"/>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w="12700" cap="flat" cmpd="sng" algn="ctr">
          <a:solidFill>
            <a:schemeClr val="accent1">
              <a:shade val="80000"/>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IE" sz="1600" b="1" kern="1200"/>
            <a:t>Unit Testing (pytest)</a:t>
          </a:r>
          <a:r>
            <a:rPr lang="en-IE" sz="1600" kern="1200"/>
            <a:t> </a:t>
          </a:r>
          <a:endParaRPr lang="en-US" sz="1600" kern="1200"/>
        </a:p>
      </dsp:txBody>
      <dsp:txXfrm>
        <a:off x="4929" y="399957"/>
        <a:ext cx="1889521" cy="580647"/>
      </dsp:txXfrm>
    </dsp:sp>
    <dsp:sp modelId="{D7A13854-8AA3-4625-8C9F-1E35F0AA587A}">
      <dsp:nvSpPr>
        <dsp:cNvPr id="0" name=""/>
        <dsp:cNvSpPr/>
      </dsp:nvSpPr>
      <dsp:spPr>
        <a:xfrm>
          <a:off x="4929" y="980604"/>
          <a:ext cx="1889521" cy="2970776"/>
        </a:xfrm>
        <a:prstGeom prst="rect">
          <a:avLst/>
        </a:prstGeom>
        <a:solidFill>
          <a:schemeClr val="lt1">
            <a:alpha val="90000"/>
            <a:tint val="40000"/>
            <a:hueOff val="0"/>
            <a:satOff val="0"/>
            <a:lumOff val="0"/>
            <a:alphaOff val="0"/>
          </a:schemeClr>
        </a:solidFill>
        <a:ln w="12700" cap="flat" cmpd="sng" algn="ctr">
          <a:solidFill>
            <a:schemeClr val="accent1">
              <a:alpha val="9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IE" sz="1600" kern="1200"/>
            <a:t>Verified driver generation logic </a:t>
          </a:r>
          <a:endParaRPr lang="en-US" sz="1600" kern="1200"/>
        </a:p>
        <a:p>
          <a:pPr marL="171450" lvl="1" indent="-171450" algn="l" defTabSz="711200">
            <a:lnSpc>
              <a:spcPct val="90000"/>
            </a:lnSpc>
            <a:spcBef>
              <a:spcPct val="0"/>
            </a:spcBef>
            <a:spcAft>
              <a:spcPct val="15000"/>
            </a:spcAft>
            <a:buChar char="•"/>
          </a:pPr>
          <a:r>
            <a:rPr lang="en-IE" sz="1600" kern="1200"/>
            <a:t>11 automated tests </a:t>
          </a:r>
          <a:endParaRPr lang="en-US" sz="1600" kern="1200"/>
        </a:p>
        <a:p>
          <a:pPr marL="171450" lvl="1" indent="-171450" algn="l" defTabSz="711200">
            <a:lnSpc>
              <a:spcPct val="90000"/>
            </a:lnSpc>
            <a:spcBef>
              <a:spcPct val="0"/>
            </a:spcBef>
            <a:spcAft>
              <a:spcPct val="15000"/>
            </a:spcAft>
            <a:buChar char="•"/>
          </a:pPr>
          <a:r>
            <a:rPr lang="en-IE" sz="1600" kern="1200"/>
            <a:t>Validated driver attributes, IDs, names and statistics </a:t>
          </a:r>
          <a:endParaRPr lang="en-US" sz="1600" kern="1200"/>
        </a:p>
      </dsp:txBody>
      <dsp:txXfrm>
        <a:off x="4929" y="980604"/>
        <a:ext cx="1889521" cy="2970776"/>
      </dsp:txXfrm>
    </dsp:sp>
    <dsp:sp modelId="{C0B00806-C28D-482C-ABA8-E404759875A2}">
      <dsp:nvSpPr>
        <dsp:cNvPr id="0" name=""/>
        <dsp:cNvSpPr/>
      </dsp:nvSpPr>
      <dsp:spPr>
        <a:xfrm>
          <a:off x="2158984" y="399957"/>
          <a:ext cx="1889521" cy="580647"/>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w="12700" cap="flat" cmpd="sng" algn="ctr">
          <a:solidFill>
            <a:schemeClr val="accent1">
              <a:shade val="80000"/>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IE" sz="1600" b="1" kern="1200"/>
            <a:t>Class Testing (pytest)</a:t>
          </a:r>
          <a:r>
            <a:rPr lang="en-IE" sz="1600" kern="1200"/>
            <a:t> </a:t>
          </a:r>
          <a:endParaRPr lang="en-US" sz="1600" kern="1200"/>
        </a:p>
      </dsp:txBody>
      <dsp:txXfrm>
        <a:off x="2158984" y="399957"/>
        <a:ext cx="1889521" cy="580647"/>
      </dsp:txXfrm>
    </dsp:sp>
    <dsp:sp modelId="{68B54BB8-F7E5-4542-9A6D-61918DA60243}">
      <dsp:nvSpPr>
        <dsp:cNvPr id="0" name=""/>
        <dsp:cNvSpPr/>
      </dsp:nvSpPr>
      <dsp:spPr>
        <a:xfrm>
          <a:off x="2158984" y="980604"/>
          <a:ext cx="1889521" cy="2970776"/>
        </a:xfrm>
        <a:prstGeom prst="rect">
          <a:avLst/>
        </a:prstGeom>
        <a:solidFill>
          <a:schemeClr val="lt1">
            <a:alpha val="90000"/>
            <a:tint val="40000"/>
            <a:hueOff val="0"/>
            <a:satOff val="0"/>
            <a:lumOff val="0"/>
            <a:alphaOff val="0"/>
          </a:schemeClr>
        </a:solidFill>
        <a:ln w="12700" cap="flat" cmpd="sng" algn="ctr">
          <a:solidFill>
            <a:schemeClr val="accent1">
              <a:alpha val="9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IE" sz="1600" kern="1200"/>
            <a:t>Tested the RaceController </a:t>
          </a:r>
          <a:endParaRPr lang="en-US" sz="1600" kern="1200"/>
        </a:p>
        <a:p>
          <a:pPr marL="171450" lvl="1" indent="-171450" algn="l" defTabSz="711200">
            <a:lnSpc>
              <a:spcPct val="90000"/>
            </a:lnSpc>
            <a:spcBef>
              <a:spcPct val="0"/>
            </a:spcBef>
            <a:spcAft>
              <a:spcPct val="15000"/>
            </a:spcAft>
            <a:buChar char="•"/>
          </a:pPr>
          <a:r>
            <a:rPr lang="en-IE" sz="1600" kern="1200"/>
            <a:t>7 automated tests </a:t>
          </a:r>
          <a:endParaRPr lang="en-US" sz="1600" kern="1200"/>
        </a:p>
        <a:p>
          <a:pPr marL="171450" lvl="1" indent="-171450" algn="l" defTabSz="711200">
            <a:lnSpc>
              <a:spcPct val="90000"/>
            </a:lnSpc>
            <a:spcBef>
              <a:spcPct val="0"/>
            </a:spcBef>
            <a:spcAft>
              <a:spcPct val="15000"/>
            </a:spcAft>
            <a:buChar char="•"/>
          </a:pPr>
          <a:r>
            <a:rPr lang="en-IE" sz="1600" kern="1200"/>
            <a:t>Verified race setup, simulation, telemetry and results generation </a:t>
          </a:r>
          <a:endParaRPr lang="en-US" sz="1600" kern="1200"/>
        </a:p>
      </dsp:txBody>
      <dsp:txXfrm>
        <a:off x="2158984" y="980604"/>
        <a:ext cx="1889521" cy="2970776"/>
      </dsp:txXfrm>
    </dsp:sp>
    <dsp:sp modelId="{8FA9666F-37A1-408F-A310-79AE9893137D}">
      <dsp:nvSpPr>
        <dsp:cNvPr id="0" name=""/>
        <dsp:cNvSpPr/>
      </dsp:nvSpPr>
      <dsp:spPr>
        <a:xfrm>
          <a:off x="4313039" y="399957"/>
          <a:ext cx="1889521" cy="580647"/>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w="12700" cap="flat" cmpd="sng" algn="ctr">
          <a:solidFill>
            <a:schemeClr val="accent1">
              <a:shade val="80000"/>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IE" sz="1600" b="1" kern="1200"/>
            <a:t>Integration Testing (pytest-qt)</a:t>
          </a:r>
          <a:r>
            <a:rPr lang="en-IE" sz="1600" kern="1200"/>
            <a:t> </a:t>
          </a:r>
          <a:endParaRPr lang="en-US" sz="1600" kern="1200"/>
        </a:p>
      </dsp:txBody>
      <dsp:txXfrm>
        <a:off x="4313039" y="399957"/>
        <a:ext cx="1889521" cy="580647"/>
      </dsp:txXfrm>
    </dsp:sp>
    <dsp:sp modelId="{8AEAEBFB-3310-43B8-A19E-37BE4596DAE3}">
      <dsp:nvSpPr>
        <dsp:cNvPr id="0" name=""/>
        <dsp:cNvSpPr/>
      </dsp:nvSpPr>
      <dsp:spPr>
        <a:xfrm>
          <a:off x="4313039" y="980604"/>
          <a:ext cx="1889521" cy="2970776"/>
        </a:xfrm>
        <a:prstGeom prst="rect">
          <a:avLst/>
        </a:prstGeom>
        <a:solidFill>
          <a:schemeClr val="lt1">
            <a:alpha val="90000"/>
            <a:tint val="40000"/>
            <a:hueOff val="0"/>
            <a:satOff val="0"/>
            <a:lumOff val="0"/>
            <a:alphaOff val="0"/>
          </a:schemeClr>
        </a:solidFill>
        <a:ln w="12700" cap="flat" cmpd="sng" algn="ctr">
          <a:solidFill>
            <a:schemeClr val="accent1">
              <a:alpha val="9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IE" sz="1600" kern="1200"/>
            <a:t>Tested interaction between RaceController and PyQt6 interface </a:t>
          </a:r>
          <a:endParaRPr lang="en-US" sz="1600" kern="1200"/>
        </a:p>
        <a:p>
          <a:pPr marL="171450" lvl="1" indent="-171450" algn="l" defTabSz="711200">
            <a:lnSpc>
              <a:spcPct val="90000"/>
            </a:lnSpc>
            <a:spcBef>
              <a:spcPct val="0"/>
            </a:spcBef>
            <a:spcAft>
              <a:spcPct val="15000"/>
            </a:spcAft>
            <a:buChar char="•"/>
          </a:pPr>
          <a:r>
            <a:rPr lang="en-IE" sz="1600" kern="1200"/>
            <a:t>Confirmed race data loads correctly and UI controls trigger the correct actions </a:t>
          </a:r>
          <a:endParaRPr lang="en-US" sz="1600" kern="1200"/>
        </a:p>
      </dsp:txBody>
      <dsp:txXfrm>
        <a:off x="4313039" y="980604"/>
        <a:ext cx="1889521" cy="2970776"/>
      </dsp:txXfrm>
    </dsp:sp>
    <dsp:sp modelId="{846B2601-2552-4B6A-B23F-184F206CCA93}">
      <dsp:nvSpPr>
        <dsp:cNvPr id="0" name=""/>
        <dsp:cNvSpPr/>
      </dsp:nvSpPr>
      <dsp:spPr>
        <a:xfrm>
          <a:off x="6467094" y="399957"/>
          <a:ext cx="1889521" cy="580647"/>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w="12700" cap="flat" cmpd="sng" algn="ctr">
          <a:solidFill>
            <a:schemeClr val="accent1">
              <a:shade val="80000"/>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IE" sz="1600" b="1" kern="1200"/>
            <a:t>System Testing (Manual)</a:t>
          </a:r>
          <a:r>
            <a:rPr lang="en-IE" sz="1600" kern="1200"/>
            <a:t> </a:t>
          </a:r>
          <a:endParaRPr lang="en-US" sz="1600" kern="1200"/>
        </a:p>
      </dsp:txBody>
      <dsp:txXfrm>
        <a:off x="6467094" y="399957"/>
        <a:ext cx="1889521" cy="580647"/>
      </dsp:txXfrm>
    </dsp:sp>
    <dsp:sp modelId="{0F7139EB-BD7E-4CF5-9B4E-6B17E66429B1}">
      <dsp:nvSpPr>
        <dsp:cNvPr id="0" name=""/>
        <dsp:cNvSpPr/>
      </dsp:nvSpPr>
      <dsp:spPr>
        <a:xfrm>
          <a:off x="6467094" y="980604"/>
          <a:ext cx="1889521" cy="2970776"/>
        </a:xfrm>
        <a:prstGeom prst="rect">
          <a:avLst/>
        </a:prstGeom>
        <a:solidFill>
          <a:schemeClr val="lt1">
            <a:alpha val="90000"/>
            <a:tint val="40000"/>
            <a:hueOff val="0"/>
            <a:satOff val="0"/>
            <a:lumOff val="0"/>
            <a:alphaOff val="0"/>
          </a:schemeClr>
        </a:solidFill>
        <a:ln w="12700" cap="flat" cmpd="sng" algn="ctr">
          <a:solidFill>
            <a:schemeClr val="accent1">
              <a:alpha val="9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IE" sz="1600" kern="1200"/>
            <a:t>Validated all functional requirements </a:t>
          </a:r>
          <a:endParaRPr lang="en-US" sz="1600" kern="1200"/>
        </a:p>
        <a:p>
          <a:pPr marL="171450" lvl="1" indent="-171450" algn="l" defTabSz="711200">
            <a:lnSpc>
              <a:spcPct val="90000"/>
            </a:lnSpc>
            <a:spcBef>
              <a:spcPct val="0"/>
            </a:spcBef>
            <a:spcAft>
              <a:spcPct val="15000"/>
            </a:spcAft>
            <a:buChar char="•"/>
          </a:pPr>
          <a:r>
            <a:rPr lang="en-IE" sz="1600" kern="1200"/>
            <a:t>Race simulation </a:t>
          </a:r>
          <a:endParaRPr lang="en-US" sz="1600" kern="1200"/>
        </a:p>
        <a:p>
          <a:pPr marL="171450" lvl="1" indent="-171450" algn="l" defTabSz="711200">
            <a:lnSpc>
              <a:spcPct val="90000"/>
            </a:lnSpc>
            <a:spcBef>
              <a:spcPct val="0"/>
            </a:spcBef>
            <a:spcAft>
              <a:spcPct val="15000"/>
            </a:spcAft>
            <a:buChar char="•"/>
          </a:pPr>
          <a:r>
            <a:rPr lang="en-IE" sz="1600" kern="1200"/>
            <a:t>Live race display </a:t>
          </a:r>
          <a:endParaRPr lang="en-US" sz="1600" kern="1200"/>
        </a:p>
        <a:p>
          <a:pPr marL="171450" lvl="1" indent="-171450" algn="l" defTabSz="711200">
            <a:lnSpc>
              <a:spcPct val="90000"/>
            </a:lnSpc>
            <a:spcBef>
              <a:spcPct val="0"/>
            </a:spcBef>
            <a:spcAft>
              <a:spcPct val="15000"/>
            </a:spcAft>
            <a:buChar char="•"/>
          </a:pPr>
          <a:r>
            <a:rPr lang="en-IE" sz="1600" kern="1200"/>
            <a:t>Driver information </a:t>
          </a:r>
          <a:endParaRPr lang="en-US" sz="1600" kern="1200"/>
        </a:p>
        <a:p>
          <a:pPr marL="171450" lvl="1" indent="-171450" algn="l" defTabSz="711200">
            <a:lnSpc>
              <a:spcPct val="90000"/>
            </a:lnSpc>
            <a:spcBef>
              <a:spcPct val="0"/>
            </a:spcBef>
            <a:spcAft>
              <a:spcPct val="15000"/>
            </a:spcAft>
            <a:buChar char="•"/>
          </a:pPr>
          <a:r>
            <a:rPr lang="en-IE" sz="1600" kern="1200"/>
            <a:t>Race results </a:t>
          </a:r>
          <a:endParaRPr lang="en-US" sz="1600" kern="1200"/>
        </a:p>
        <a:p>
          <a:pPr marL="171450" lvl="1" indent="-171450" algn="l" defTabSz="711200">
            <a:lnSpc>
              <a:spcPct val="90000"/>
            </a:lnSpc>
            <a:spcBef>
              <a:spcPct val="0"/>
            </a:spcBef>
            <a:spcAft>
              <a:spcPct val="15000"/>
            </a:spcAft>
            <a:buChar char="•"/>
          </a:pPr>
          <a:r>
            <a:rPr lang="en-IE" sz="1600" kern="1200"/>
            <a:t>Accessibility settings </a:t>
          </a:r>
          <a:endParaRPr lang="en-US" sz="1600" kern="1200"/>
        </a:p>
      </dsp:txBody>
      <dsp:txXfrm>
        <a:off x="6467094" y="980604"/>
        <a:ext cx="1889521" cy="2970776"/>
      </dsp:txXfrm>
    </dsp:sp>
    <dsp:sp modelId="{1AD820B3-A82A-4276-B6CC-46731392EAEF}">
      <dsp:nvSpPr>
        <dsp:cNvPr id="0" name=""/>
        <dsp:cNvSpPr/>
      </dsp:nvSpPr>
      <dsp:spPr>
        <a:xfrm>
          <a:off x="8621148" y="399957"/>
          <a:ext cx="1889521" cy="580647"/>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w="12700" cap="flat" cmpd="sng" algn="ctr">
          <a:solidFill>
            <a:schemeClr val="accent1">
              <a:shade val="80000"/>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IE" sz="1600" b="1" kern="1200"/>
            <a:t>Outcome</a:t>
          </a:r>
          <a:endParaRPr lang="en-US" sz="1600" kern="1200"/>
        </a:p>
      </dsp:txBody>
      <dsp:txXfrm>
        <a:off x="8621148" y="399957"/>
        <a:ext cx="1889521" cy="580647"/>
      </dsp:txXfrm>
    </dsp:sp>
    <dsp:sp modelId="{E522ABA4-EFC3-4019-8454-344F60FCBA95}">
      <dsp:nvSpPr>
        <dsp:cNvPr id="0" name=""/>
        <dsp:cNvSpPr/>
      </dsp:nvSpPr>
      <dsp:spPr>
        <a:xfrm>
          <a:off x="8621148" y="980604"/>
          <a:ext cx="1889521" cy="2970776"/>
        </a:xfrm>
        <a:prstGeom prst="rect">
          <a:avLst/>
        </a:prstGeom>
        <a:solidFill>
          <a:schemeClr val="lt1">
            <a:alpha val="90000"/>
            <a:tint val="40000"/>
            <a:hueOff val="0"/>
            <a:satOff val="0"/>
            <a:lumOff val="0"/>
            <a:alphaOff val="0"/>
          </a:schemeClr>
        </a:solidFill>
        <a:ln w="12700" cap="flat" cmpd="sng" algn="ctr">
          <a:solidFill>
            <a:schemeClr val="accent1">
              <a:alpha val="9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IE" sz="1600" kern="1200"/>
            <a:t>24 automated tests passed </a:t>
          </a:r>
          <a:endParaRPr lang="en-US" sz="1600" kern="1200"/>
        </a:p>
        <a:p>
          <a:pPr marL="171450" lvl="1" indent="-171450" algn="l" defTabSz="711200">
            <a:lnSpc>
              <a:spcPct val="90000"/>
            </a:lnSpc>
            <a:spcBef>
              <a:spcPct val="0"/>
            </a:spcBef>
            <a:spcAft>
              <a:spcPct val="15000"/>
            </a:spcAft>
            <a:buChar char="•"/>
          </a:pPr>
          <a:r>
            <a:rPr lang="en-IE" sz="1600" kern="1200"/>
            <a:t>All planned system tests passed </a:t>
          </a:r>
          <a:endParaRPr lang="en-US" sz="1600" kern="1200"/>
        </a:p>
        <a:p>
          <a:pPr marL="171450" lvl="1" indent="-171450" algn="l" defTabSz="711200">
            <a:lnSpc>
              <a:spcPct val="90000"/>
            </a:lnSpc>
            <a:spcBef>
              <a:spcPct val="0"/>
            </a:spcBef>
            <a:spcAft>
              <a:spcPct val="15000"/>
            </a:spcAft>
            <a:buChar char="•"/>
          </a:pPr>
          <a:r>
            <a:rPr lang="en-IE" sz="1600" kern="1200"/>
            <a:t>Application met all functional requirements</a:t>
          </a:r>
          <a:endParaRPr lang="en-US" sz="1600" kern="1200"/>
        </a:p>
      </dsp:txBody>
      <dsp:txXfrm>
        <a:off x="8621148" y="980604"/>
        <a:ext cx="1889521" cy="2970776"/>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3EA0DD-752A-4738-B3DB-B4E0E0FEBB26}" type="datetimeFigureOut">
              <a:rPr lang="en-IE" smtClean="0"/>
              <a:t>02/08/2026</a:t>
            </a:fld>
            <a:endParaRPr lang="en-I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39C384-FEF2-4015-9B8A-9427217FDE2D}" type="slidenum">
              <a:rPr lang="en-IE" smtClean="0"/>
              <a:t>‹#›</a:t>
            </a:fld>
            <a:endParaRPr lang="en-IE"/>
          </a:p>
        </p:txBody>
      </p:sp>
    </p:spTree>
    <p:extLst>
      <p:ext uri="{BB962C8B-B14F-4D97-AF65-F5344CB8AC3E}">
        <p14:creationId xmlns:p14="http://schemas.microsoft.com/office/powerpoint/2010/main" val="26281331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E"/>
          </a:p>
        </p:txBody>
      </p:sp>
      <p:sp>
        <p:nvSpPr>
          <p:cNvPr id="3" name="Notes Placeholder 2"/>
          <p:cNvSpPr>
            <a:spLocks noGrp="1"/>
          </p:cNvSpPr>
          <p:nvPr>
            <p:ph type="body" idx="1"/>
          </p:nvPr>
        </p:nvSpPr>
        <p:spPr/>
        <p:txBody>
          <a:bodyPr/>
          <a:lstStyle/>
          <a:p>
            <a:r>
              <a:rPr lang="en-IE" sz="1200" b="0" i="0" kern="1200" dirty="0">
                <a:solidFill>
                  <a:schemeClr val="tx1"/>
                </a:solidFill>
                <a:effectLst/>
                <a:latin typeface="+mn-lt"/>
                <a:ea typeface="+mn-ea"/>
                <a:cs typeface="+mn-cs"/>
              </a:rPr>
              <a:t>Hello, I’m Eoin Fitzsimons, a lifelong motorsport and sports‑simulation fan. This is Momentum, a programme used to </a:t>
            </a:r>
            <a:r>
              <a:rPr lang="en-IE" sz="1200" b="0" i="0" kern="1200">
                <a:solidFill>
                  <a:schemeClr val="tx1"/>
                </a:solidFill>
                <a:effectLst/>
                <a:latin typeface="+mn-lt"/>
                <a:ea typeface="+mn-ea"/>
                <a:cs typeface="+mn-cs"/>
              </a:rPr>
              <a:t>simulate motorsports.</a:t>
            </a:r>
            <a:endParaRPr lang="en-IE" dirty="0"/>
          </a:p>
        </p:txBody>
      </p:sp>
      <p:sp>
        <p:nvSpPr>
          <p:cNvPr id="4" name="Slide Number Placeholder 3"/>
          <p:cNvSpPr>
            <a:spLocks noGrp="1"/>
          </p:cNvSpPr>
          <p:nvPr>
            <p:ph type="sldNum" sz="quarter" idx="5"/>
          </p:nvPr>
        </p:nvSpPr>
        <p:spPr/>
        <p:txBody>
          <a:bodyPr/>
          <a:lstStyle/>
          <a:p>
            <a:fld id="{C439C384-FEF2-4015-9B8A-9427217FDE2D}" type="slidenum">
              <a:rPr lang="en-IE" smtClean="0"/>
              <a:t>1</a:t>
            </a:fld>
            <a:endParaRPr lang="en-IE"/>
          </a:p>
        </p:txBody>
      </p:sp>
    </p:spTree>
    <p:extLst>
      <p:ext uri="{BB962C8B-B14F-4D97-AF65-F5344CB8AC3E}">
        <p14:creationId xmlns:p14="http://schemas.microsoft.com/office/powerpoint/2010/main" val="29434441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dirty="0"/>
              <a:t>Momentum is a motorsport simulation application where the user observes a race rather than directly controlling a vehicle.</a:t>
            </a:r>
          </a:p>
          <a:p>
            <a:r>
              <a:rPr lang="en-IE" dirty="0"/>
              <a:t>The system models drivers as autonomous agents with different characteristics and simulates race progression through a discrete update system.</a:t>
            </a:r>
          </a:p>
          <a:p>
            <a:r>
              <a:rPr lang="en-IE" dirty="0"/>
              <a:t>Existing racing games generally focus on player interaction and physics-based driving. Momentum instead focuses on the underlying race simulation, including driver behaviour, race progression and result generation.</a:t>
            </a:r>
          </a:p>
          <a:p>
            <a:r>
              <a:rPr lang="en-IE" dirty="0"/>
              <a:t>The system also uses a data-driven approach, where track information is stored externally and converted into a visual circuit at runtime.</a:t>
            </a:r>
          </a:p>
        </p:txBody>
      </p:sp>
      <p:sp>
        <p:nvSpPr>
          <p:cNvPr id="4" name="Slide Number Placeholder 3"/>
          <p:cNvSpPr>
            <a:spLocks noGrp="1"/>
          </p:cNvSpPr>
          <p:nvPr>
            <p:ph type="sldNum" sz="quarter" idx="5"/>
          </p:nvPr>
        </p:nvSpPr>
        <p:spPr/>
        <p:txBody>
          <a:bodyPr/>
          <a:lstStyle/>
          <a:p>
            <a:fld id="{C439C384-FEF2-4015-9B8A-9427217FDE2D}" type="slidenum">
              <a:rPr lang="en-IE" smtClean="0"/>
              <a:t>2</a:t>
            </a:fld>
            <a:endParaRPr lang="en-IE"/>
          </a:p>
        </p:txBody>
      </p:sp>
    </p:spTree>
    <p:extLst>
      <p:ext uri="{BB962C8B-B14F-4D97-AF65-F5344CB8AC3E}">
        <p14:creationId xmlns:p14="http://schemas.microsoft.com/office/powerpoint/2010/main" val="3834676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dirty="0"/>
              <a:t>The Race Controller is built around a discrete-time simulation loop. At the start of a race, drivers and vehicles are generated and the race state is initialised.</a:t>
            </a:r>
          </a:p>
          <a:p>
            <a:r>
              <a:rPr lang="en-IE" dirty="0"/>
              <a:t>During each simulation tick, the controller calculates the movement of every active driver using their performance statistics, vehicle characteristics and a small amount of random variation.</a:t>
            </a:r>
          </a:p>
          <a:p>
            <a:r>
              <a:rPr lang="en-IE" dirty="0"/>
              <a:t>Vehicle progress and lap information are then updated, checkpoints are recalculated, and the cars are reordered to produce the current race standings.</a:t>
            </a:r>
          </a:p>
          <a:p>
            <a:r>
              <a:rPr lang="en-IE" dirty="0"/>
              <a:t>Finally, telemetry is generated and sent to the user interface, allowing the leaderboard and race display to update in real time. This process repeats until the race distance has been completed.</a:t>
            </a:r>
          </a:p>
          <a:p>
            <a:endParaRPr lang="en-IE" dirty="0"/>
          </a:p>
        </p:txBody>
      </p:sp>
      <p:sp>
        <p:nvSpPr>
          <p:cNvPr id="4" name="Slide Number Placeholder 3"/>
          <p:cNvSpPr>
            <a:spLocks noGrp="1"/>
          </p:cNvSpPr>
          <p:nvPr>
            <p:ph type="sldNum" sz="quarter" idx="5"/>
          </p:nvPr>
        </p:nvSpPr>
        <p:spPr/>
        <p:txBody>
          <a:bodyPr/>
          <a:lstStyle/>
          <a:p>
            <a:fld id="{C439C384-FEF2-4015-9B8A-9427217FDE2D}" type="slidenum">
              <a:rPr lang="en-IE" smtClean="0"/>
              <a:t>4</a:t>
            </a:fld>
            <a:endParaRPr lang="en-IE"/>
          </a:p>
        </p:txBody>
      </p:sp>
    </p:spTree>
    <p:extLst>
      <p:ext uri="{BB962C8B-B14F-4D97-AF65-F5344CB8AC3E}">
        <p14:creationId xmlns:p14="http://schemas.microsoft.com/office/powerpoint/2010/main" val="27699241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dirty="0"/>
              <a:t>The project was tested at four levels. Unit tests validated the driver generation logic, while class tests focused on the </a:t>
            </a:r>
            <a:r>
              <a:rPr lang="en-IE" dirty="0" err="1"/>
              <a:t>RaceController</a:t>
            </a:r>
            <a:r>
              <a:rPr lang="en-IE" dirty="0"/>
              <a:t>, which contains the core simulation logic. Integration testing used pytest-qt to ensure the backend and PyQt6 user interface communicated correctly. Finally, manual system testing verified each functional requirement, including race simulation, results, driver information and accessibility features. In total, 24 automated tests passed alongside all planned system tests, providing confidence that the application behaves as intended.</a:t>
            </a:r>
          </a:p>
        </p:txBody>
      </p:sp>
      <p:sp>
        <p:nvSpPr>
          <p:cNvPr id="4" name="Slide Number Placeholder 3"/>
          <p:cNvSpPr>
            <a:spLocks noGrp="1"/>
          </p:cNvSpPr>
          <p:nvPr>
            <p:ph type="sldNum" sz="quarter" idx="5"/>
          </p:nvPr>
        </p:nvSpPr>
        <p:spPr/>
        <p:txBody>
          <a:bodyPr/>
          <a:lstStyle/>
          <a:p>
            <a:fld id="{C439C384-FEF2-4015-9B8A-9427217FDE2D}" type="slidenum">
              <a:rPr lang="en-IE" smtClean="0"/>
              <a:t>5</a:t>
            </a:fld>
            <a:endParaRPr lang="en-IE"/>
          </a:p>
        </p:txBody>
      </p:sp>
    </p:spTree>
    <p:extLst>
      <p:ext uri="{BB962C8B-B14F-4D97-AF65-F5344CB8AC3E}">
        <p14:creationId xmlns:p14="http://schemas.microsoft.com/office/powerpoint/2010/main" val="2674335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353839"/>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8801D-F704-E77D-090A-B8CA1C6492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E"/>
          </a:p>
        </p:txBody>
      </p:sp>
      <p:sp>
        <p:nvSpPr>
          <p:cNvPr id="3" name="Subtitle 2">
            <a:extLst>
              <a:ext uri="{FF2B5EF4-FFF2-40B4-BE49-F238E27FC236}">
                <a16:creationId xmlns:a16="http://schemas.microsoft.com/office/drawing/2014/main" id="{4C71A710-F773-FB52-54F3-2D8089B2DCC4}"/>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IE" dirty="0"/>
          </a:p>
        </p:txBody>
      </p:sp>
      <p:sp>
        <p:nvSpPr>
          <p:cNvPr id="4" name="Date Placeholder 3">
            <a:extLst>
              <a:ext uri="{FF2B5EF4-FFF2-40B4-BE49-F238E27FC236}">
                <a16:creationId xmlns:a16="http://schemas.microsoft.com/office/drawing/2014/main" id="{807FEF94-4478-75DE-28A6-B3F87AAE1BB5}"/>
              </a:ext>
            </a:extLst>
          </p:cNvPr>
          <p:cNvSpPr>
            <a:spLocks noGrp="1"/>
          </p:cNvSpPr>
          <p:nvPr>
            <p:ph type="dt" sz="half" idx="10"/>
          </p:nvPr>
        </p:nvSpPr>
        <p:spPr/>
        <p:txBody>
          <a:bodyPr/>
          <a:lstStyle/>
          <a:p>
            <a:fld id="{DCFCBE93-8E4F-43D5-94BB-3D9BCCE02D4C}" type="datetime1">
              <a:rPr lang="en-US" smtClean="0"/>
              <a:t>8/2/2026</a:t>
            </a:fld>
            <a:endParaRPr lang="en-US"/>
          </a:p>
        </p:txBody>
      </p:sp>
      <p:sp>
        <p:nvSpPr>
          <p:cNvPr id="5" name="Footer Placeholder 4">
            <a:extLst>
              <a:ext uri="{FF2B5EF4-FFF2-40B4-BE49-F238E27FC236}">
                <a16:creationId xmlns:a16="http://schemas.microsoft.com/office/drawing/2014/main" id="{BFD07F51-DDCE-95B2-0E76-37BD0E219CF3}"/>
              </a:ext>
            </a:extLst>
          </p:cNvPr>
          <p:cNvSpPr>
            <a:spLocks noGrp="1"/>
          </p:cNvSpPr>
          <p:nvPr>
            <p:ph type="ftr" sz="quarter" idx="11"/>
          </p:nvPr>
        </p:nvSpPr>
        <p:spPr>
          <a:xfrm>
            <a:off x="4038600" y="6492874"/>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C75D9548-D479-703D-372E-170FB5E0E1C0}"/>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0008130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314F8-F111-E0D8-9003-AC12D9F661CB}"/>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19CFE2C7-3C68-3639-7113-777D2961177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81F7F8AC-EF14-AA86-FDE7-E03007D52E24}"/>
              </a:ext>
            </a:extLst>
          </p:cNvPr>
          <p:cNvSpPr>
            <a:spLocks noGrp="1"/>
          </p:cNvSpPr>
          <p:nvPr>
            <p:ph type="dt" sz="half" idx="10"/>
          </p:nvPr>
        </p:nvSpPr>
        <p:spPr/>
        <p:txBody>
          <a:bodyPr/>
          <a:lstStyle/>
          <a:p>
            <a:fld id="{C889F087-D06C-4D03-9B30-1FD995930E7C}" type="datetime1">
              <a:rPr lang="en-US" smtClean="0"/>
              <a:t>8/2/2026</a:t>
            </a:fld>
            <a:endParaRPr lang="en-US"/>
          </a:p>
        </p:txBody>
      </p:sp>
      <p:sp>
        <p:nvSpPr>
          <p:cNvPr id="5" name="Footer Placeholder 4">
            <a:extLst>
              <a:ext uri="{FF2B5EF4-FFF2-40B4-BE49-F238E27FC236}">
                <a16:creationId xmlns:a16="http://schemas.microsoft.com/office/drawing/2014/main" id="{DAB497EF-C33F-DA61-20F1-D2D9E933F1E5}"/>
              </a:ext>
            </a:extLst>
          </p:cNvPr>
          <p:cNvSpPr>
            <a:spLocks noGrp="1"/>
          </p:cNvSpPr>
          <p:nvPr>
            <p:ph type="ftr" sz="quarter" idx="11"/>
          </p:nvPr>
        </p:nvSpPr>
        <p:spPr>
          <a:xfrm>
            <a:off x="4038599" y="6492874"/>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9E3F64C9-2340-6877-DF29-6AC68EAFB3AD}"/>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152633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F0FB9-3189-3FCC-6B5C-9DAE7B171CB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E"/>
          </a:p>
        </p:txBody>
      </p:sp>
      <p:sp>
        <p:nvSpPr>
          <p:cNvPr id="3" name="Text Placeholder 2">
            <a:extLst>
              <a:ext uri="{FF2B5EF4-FFF2-40B4-BE49-F238E27FC236}">
                <a16:creationId xmlns:a16="http://schemas.microsoft.com/office/drawing/2014/main" id="{135754FB-CBA9-EE06-6CC8-E3564C13C69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1CA01E2-779E-7BBF-2A6C-EE49EF00DA3E}"/>
              </a:ext>
            </a:extLst>
          </p:cNvPr>
          <p:cNvSpPr>
            <a:spLocks noGrp="1"/>
          </p:cNvSpPr>
          <p:nvPr>
            <p:ph type="dt" sz="half" idx="10"/>
          </p:nvPr>
        </p:nvSpPr>
        <p:spPr/>
        <p:txBody>
          <a:bodyPr/>
          <a:lstStyle/>
          <a:p>
            <a:fld id="{716390DD-C8B9-4FA1-B19A-AD5E6313EA9F}" type="datetime1">
              <a:rPr lang="en-US" smtClean="0"/>
              <a:t>8/2/2026</a:t>
            </a:fld>
            <a:endParaRPr lang="en-US"/>
          </a:p>
        </p:txBody>
      </p:sp>
      <p:sp>
        <p:nvSpPr>
          <p:cNvPr id="5" name="Footer Placeholder 4">
            <a:extLst>
              <a:ext uri="{FF2B5EF4-FFF2-40B4-BE49-F238E27FC236}">
                <a16:creationId xmlns:a16="http://schemas.microsoft.com/office/drawing/2014/main" id="{C61B7A27-5266-572D-5C3F-78E4A610A8A3}"/>
              </a:ext>
            </a:extLst>
          </p:cNvPr>
          <p:cNvSpPr>
            <a:spLocks noGrp="1"/>
          </p:cNvSpPr>
          <p:nvPr>
            <p:ph type="ftr" sz="quarter" idx="11"/>
          </p:nvPr>
        </p:nvSpPr>
        <p:spPr>
          <a:xfrm>
            <a:off x="4038600" y="6492875"/>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092FA338-A839-7DF6-2141-75C24C7984E0}"/>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730930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9F502-B9CC-9511-CA4F-768C86C50A49}"/>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2FE7390E-D3B0-2151-86DC-17005B9400E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Content Placeholder 3">
            <a:extLst>
              <a:ext uri="{FF2B5EF4-FFF2-40B4-BE49-F238E27FC236}">
                <a16:creationId xmlns:a16="http://schemas.microsoft.com/office/drawing/2014/main" id="{E8DA8394-E971-7295-2D5B-D0BCAC063B2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Date Placeholder 4">
            <a:extLst>
              <a:ext uri="{FF2B5EF4-FFF2-40B4-BE49-F238E27FC236}">
                <a16:creationId xmlns:a16="http://schemas.microsoft.com/office/drawing/2014/main" id="{E5960913-BEE8-6550-8CBE-74154EED3A9D}"/>
              </a:ext>
            </a:extLst>
          </p:cNvPr>
          <p:cNvSpPr>
            <a:spLocks noGrp="1"/>
          </p:cNvSpPr>
          <p:nvPr>
            <p:ph type="dt" sz="half" idx="10"/>
          </p:nvPr>
        </p:nvSpPr>
        <p:spPr/>
        <p:txBody>
          <a:bodyPr/>
          <a:lstStyle/>
          <a:p>
            <a:fld id="{D3528E2F-7DCC-40BC-8C3D-60ADC4949A7D}" type="datetime1">
              <a:rPr lang="en-US" smtClean="0"/>
              <a:t>8/2/2026</a:t>
            </a:fld>
            <a:endParaRPr lang="en-US"/>
          </a:p>
        </p:txBody>
      </p:sp>
      <p:sp>
        <p:nvSpPr>
          <p:cNvPr id="6" name="Footer Placeholder 5">
            <a:extLst>
              <a:ext uri="{FF2B5EF4-FFF2-40B4-BE49-F238E27FC236}">
                <a16:creationId xmlns:a16="http://schemas.microsoft.com/office/drawing/2014/main" id="{49237AAB-9773-AC74-E7BA-C7D8FBEA02A5}"/>
              </a:ext>
            </a:extLst>
          </p:cNvPr>
          <p:cNvSpPr>
            <a:spLocks noGrp="1"/>
          </p:cNvSpPr>
          <p:nvPr>
            <p:ph type="ftr" sz="quarter" idx="11"/>
          </p:nvPr>
        </p:nvSpPr>
        <p:spPr>
          <a:xfrm>
            <a:off x="4038600" y="6502023"/>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0AB25601-7388-BE61-D4F3-A03F321D1391}"/>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065494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E97C0-7251-1B38-427D-BD39A29286FB}"/>
              </a:ext>
            </a:extLst>
          </p:cNvPr>
          <p:cNvSpPr>
            <a:spLocks noGrp="1"/>
          </p:cNvSpPr>
          <p:nvPr>
            <p:ph type="title"/>
          </p:nvPr>
        </p:nvSpPr>
        <p:spPr>
          <a:xfrm>
            <a:off x="839788" y="365125"/>
            <a:ext cx="10515600" cy="1325563"/>
          </a:xfrm>
        </p:spPr>
        <p:txBody>
          <a:bodyPr/>
          <a:lstStyle/>
          <a:p>
            <a:r>
              <a:rPr lang="en-US"/>
              <a:t>Click to edit Master title style</a:t>
            </a:r>
            <a:endParaRPr lang="en-IE"/>
          </a:p>
        </p:txBody>
      </p:sp>
      <p:sp>
        <p:nvSpPr>
          <p:cNvPr id="3" name="Text Placeholder 2">
            <a:extLst>
              <a:ext uri="{FF2B5EF4-FFF2-40B4-BE49-F238E27FC236}">
                <a16:creationId xmlns:a16="http://schemas.microsoft.com/office/drawing/2014/main" id="{84DFFC67-1F5E-AC88-FAF0-F13985A36E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639D57C-D0F1-87E6-910C-796806CBF13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Text Placeholder 4">
            <a:extLst>
              <a:ext uri="{FF2B5EF4-FFF2-40B4-BE49-F238E27FC236}">
                <a16:creationId xmlns:a16="http://schemas.microsoft.com/office/drawing/2014/main" id="{AC9B3B97-49C3-538F-018F-93B196F3025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5FCBB95-9EE3-D2B9-46F7-950EBC2A946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7" name="Date Placeholder 6">
            <a:extLst>
              <a:ext uri="{FF2B5EF4-FFF2-40B4-BE49-F238E27FC236}">
                <a16:creationId xmlns:a16="http://schemas.microsoft.com/office/drawing/2014/main" id="{4927A6BF-5DC4-49B5-895B-2DCB682EE2CC}"/>
              </a:ext>
            </a:extLst>
          </p:cNvPr>
          <p:cNvSpPr>
            <a:spLocks noGrp="1"/>
          </p:cNvSpPr>
          <p:nvPr>
            <p:ph type="dt" sz="half" idx="10"/>
          </p:nvPr>
        </p:nvSpPr>
        <p:spPr/>
        <p:txBody>
          <a:bodyPr/>
          <a:lstStyle/>
          <a:p>
            <a:fld id="{0E42FD16-0B33-49D4-994E-5D59F14BB469}" type="datetime1">
              <a:rPr lang="en-US" smtClean="0"/>
              <a:t>8/2/2026</a:t>
            </a:fld>
            <a:endParaRPr lang="en-US"/>
          </a:p>
        </p:txBody>
      </p:sp>
      <p:sp>
        <p:nvSpPr>
          <p:cNvPr id="8" name="Footer Placeholder 7">
            <a:extLst>
              <a:ext uri="{FF2B5EF4-FFF2-40B4-BE49-F238E27FC236}">
                <a16:creationId xmlns:a16="http://schemas.microsoft.com/office/drawing/2014/main" id="{990A78FC-D07D-4447-4257-EDFA94491C9E}"/>
              </a:ext>
            </a:extLst>
          </p:cNvPr>
          <p:cNvSpPr>
            <a:spLocks noGrp="1"/>
          </p:cNvSpPr>
          <p:nvPr>
            <p:ph type="ftr" sz="quarter" idx="11"/>
          </p:nvPr>
        </p:nvSpPr>
        <p:spPr>
          <a:xfrm>
            <a:off x="4038600" y="6508000"/>
            <a:ext cx="4114800" cy="365125"/>
          </a:xfrm>
          <a:prstGeom prst="rect">
            <a:avLst/>
          </a:prstGeom>
        </p:spPr>
        <p:txBody>
          <a:bodyPr/>
          <a:lstStyle/>
          <a:p>
            <a:endParaRPr lang="en-US" dirty="0"/>
          </a:p>
        </p:txBody>
      </p:sp>
      <p:sp>
        <p:nvSpPr>
          <p:cNvPr id="9" name="Slide Number Placeholder 8">
            <a:extLst>
              <a:ext uri="{FF2B5EF4-FFF2-40B4-BE49-F238E27FC236}">
                <a16:creationId xmlns:a16="http://schemas.microsoft.com/office/drawing/2014/main" id="{C9185BAA-AA4B-5D0B-9274-BB9CD32D20C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2549543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B9E4EB-B6A7-5ED3-84C5-B55954FBF57D}"/>
              </a:ext>
            </a:extLst>
          </p:cNvPr>
          <p:cNvSpPr>
            <a:spLocks noGrp="1"/>
          </p:cNvSpPr>
          <p:nvPr>
            <p:ph type="title"/>
          </p:nvPr>
        </p:nvSpPr>
        <p:spPr/>
        <p:txBody>
          <a:bodyPr/>
          <a:lstStyle/>
          <a:p>
            <a:r>
              <a:rPr lang="en-US"/>
              <a:t>Click to edit Master title style</a:t>
            </a:r>
            <a:endParaRPr lang="en-IE"/>
          </a:p>
        </p:txBody>
      </p:sp>
      <p:sp>
        <p:nvSpPr>
          <p:cNvPr id="3" name="Date Placeholder 2">
            <a:extLst>
              <a:ext uri="{FF2B5EF4-FFF2-40B4-BE49-F238E27FC236}">
                <a16:creationId xmlns:a16="http://schemas.microsoft.com/office/drawing/2014/main" id="{AE22695F-B891-2577-10D5-0982BC4E1780}"/>
              </a:ext>
            </a:extLst>
          </p:cNvPr>
          <p:cNvSpPr>
            <a:spLocks noGrp="1"/>
          </p:cNvSpPr>
          <p:nvPr>
            <p:ph type="dt" sz="half" idx="10"/>
          </p:nvPr>
        </p:nvSpPr>
        <p:spPr/>
        <p:txBody>
          <a:bodyPr/>
          <a:lstStyle/>
          <a:p>
            <a:fld id="{04048AD4-3D5D-45D6-84E6-5EEEE3F193D3}" type="datetime1">
              <a:rPr lang="en-US" smtClean="0"/>
              <a:t>8/2/2026</a:t>
            </a:fld>
            <a:endParaRPr lang="en-US"/>
          </a:p>
        </p:txBody>
      </p:sp>
      <p:sp>
        <p:nvSpPr>
          <p:cNvPr id="4" name="Footer Placeholder 3">
            <a:extLst>
              <a:ext uri="{FF2B5EF4-FFF2-40B4-BE49-F238E27FC236}">
                <a16:creationId xmlns:a16="http://schemas.microsoft.com/office/drawing/2014/main" id="{9EBD7E4B-675B-BA8E-8771-00C948358B5C}"/>
              </a:ext>
            </a:extLst>
          </p:cNvPr>
          <p:cNvSpPr>
            <a:spLocks noGrp="1"/>
          </p:cNvSpPr>
          <p:nvPr>
            <p:ph type="ftr" sz="quarter" idx="11"/>
          </p:nvPr>
        </p:nvSpPr>
        <p:spPr>
          <a:xfrm>
            <a:off x="4038600" y="6504634"/>
            <a:ext cx="4114800" cy="365125"/>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235A5643-566B-4DF7-4661-21E10806F64D}"/>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352032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7CD1166-0491-6605-C089-765997D38B45}"/>
              </a:ext>
            </a:extLst>
          </p:cNvPr>
          <p:cNvSpPr>
            <a:spLocks noGrp="1"/>
          </p:cNvSpPr>
          <p:nvPr>
            <p:ph type="dt" sz="half" idx="10"/>
          </p:nvPr>
        </p:nvSpPr>
        <p:spPr/>
        <p:txBody>
          <a:bodyPr/>
          <a:lstStyle/>
          <a:p>
            <a:fld id="{7B1D4F7A-50EF-4184-95D2-C94723F359F9}" type="datetime1">
              <a:rPr lang="en-US" smtClean="0"/>
              <a:t>8/2/2026</a:t>
            </a:fld>
            <a:endParaRPr lang="en-US"/>
          </a:p>
        </p:txBody>
      </p:sp>
      <p:sp>
        <p:nvSpPr>
          <p:cNvPr id="3" name="Footer Placeholder 2">
            <a:extLst>
              <a:ext uri="{FF2B5EF4-FFF2-40B4-BE49-F238E27FC236}">
                <a16:creationId xmlns:a16="http://schemas.microsoft.com/office/drawing/2014/main" id="{17458C83-9288-5954-CD53-C30D3F352DB8}"/>
              </a:ext>
            </a:extLst>
          </p:cNvPr>
          <p:cNvSpPr>
            <a:spLocks noGrp="1"/>
          </p:cNvSpPr>
          <p:nvPr>
            <p:ph type="ftr" sz="quarter" idx="11"/>
          </p:nvPr>
        </p:nvSpPr>
        <p:spPr>
          <a:xfrm>
            <a:off x="4038600" y="6504638"/>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6D88F47B-AD44-BA70-74FE-64BF9935C73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6772919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917C8-0971-F20B-D0B2-F8406C74B56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Content Placeholder 2">
            <a:extLst>
              <a:ext uri="{FF2B5EF4-FFF2-40B4-BE49-F238E27FC236}">
                <a16:creationId xmlns:a16="http://schemas.microsoft.com/office/drawing/2014/main" id="{04C6068E-AFD4-435D-1A6D-1A637544779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Text Placeholder 3">
            <a:extLst>
              <a:ext uri="{FF2B5EF4-FFF2-40B4-BE49-F238E27FC236}">
                <a16:creationId xmlns:a16="http://schemas.microsoft.com/office/drawing/2014/main" id="{EE8F25A4-1682-78B1-77EA-310C780272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8FB4F145-8363-5281-CF94-DEA5BAE28CFE}"/>
              </a:ext>
            </a:extLst>
          </p:cNvPr>
          <p:cNvSpPr>
            <a:spLocks noGrp="1"/>
          </p:cNvSpPr>
          <p:nvPr>
            <p:ph type="dt" sz="half" idx="10"/>
          </p:nvPr>
        </p:nvSpPr>
        <p:spPr/>
        <p:txBody>
          <a:bodyPr/>
          <a:lstStyle/>
          <a:p>
            <a:fld id="{53A911ED-9804-43CB-9F75-C96652EB10E9}" type="datetime1">
              <a:rPr lang="en-US" smtClean="0"/>
              <a:t>8/2/2026</a:t>
            </a:fld>
            <a:endParaRPr lang="en-US"/>
          </a:p>
        </p:txBody>
      </p:sp>
      <p:sp>
        <p:nvSpPr>
          <p:cNvPr id="6" name="Footer Placeholder 5">
            <a:extLst>
              <a:ext uri="{FF2B5EF4-FFF2-40B4-BE49-F238E27FC236}">
                <a16:creationId xmlns:a16="http://schemas.microsoft.com/office/drawing/2014/main" id="{3985CE4D-C3E2-863A-D1E0-257A6DCD3F61}"/>
              </a:ext>
            </a:extLst>
          </p:cNvPr>
          <p:cNvSpPr>
            <a:spLocks noGrp="1"/>
          </p:cNvSpPr>
          <p:nvPr>
            <p:ph type="ftr" sz="quarter" idx="11"/>
          </p:nvPr>
        </p:nvSpPr>
        <p:spPr>
          <a:xfrm>
            <a:off x="4038600" y="6492875"/>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5068C010-ED98-8188-C4CE-9790F3B0FAF1}"/>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3015904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2CBC2-BD39-373D-07E2-76FC4DF4CF1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Picture Placeholder 2">
            <a:extLst>
              <a:ext uri="{FF2B5EF4-FFF2-40B4-BE49-F238E27FC236}">
                <a16:creationId xmlns:a16="http://schemas.microsoft.com/office/drawing/2014/main" id="{8822322F-7B92-6993-82D8-34A98F239CB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E"/>
          </a:p>
        </p:txBody>
      </p:sp>
      <p:sp>
        <p:nvSpPr>
          <p:cNvPr id="4" name="Text Placeholder 3">
            <a:extLst>
              <a:ext uri="{FF2B5EF4-FFF2-40B4-BE49-F238E27FC236}">
                <a16:creationId xmlns:a16="http://schemas.microsoft.com/office/drawing/2014/main" id="{3193AC0A-0EF2-EA59-3D1F-835105F54A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1454A74-D909-F5D0-B17E-9B243F6E2AAD}"/>
              </a:ext>
            </a:extLst>
          </p:cNvPr>
          <p:cNvSpPr>
            <a:spLocks noGrp="1"/>
          </p:cNvSpPr>
          <p:nvPr>
            <p:ph type="dt" sz="half" idx="10"/>
          </p:nvPr>
        </p:nvSpPr>
        <p:spPr/>
        <p:txBody>
          <a:bodyPr/>
          <a:lstStyle/>
          <a:p>
            <a:fld id="{68BDE276-C07D-4BC6-BADA-0096F65127DD}" type="datetime1">
              <a:rPr lang="en-US" smtClean="0"/>
              <a:t>8/2/2026</a:t>
            </a:fld>
            <a:endParaRPr lang="en-US"/>
          </a:p>
        </p:txBody>
      </p:sp>
      <p:sp>
        <p:nvSpPr>
          <p:cNvPr id="6" name="Footer Placeholder 5">
            <a:extLst>
              <a:ext uri="{FF2B5EF4-FFF2-40B4-BE49-F238E27FC236}">
                <a16:creationId xmlns:a16="http://schemas.microsoft.com/office/drawing/2014/main" id="{9C94A600-B54D-CCB5-FAA9-1D311C67C74B}"/>
              </a:ext>
            </a:extLst>
          </p:cNvPr>
          <p:cNvSpPr>
            <a:spLocks noGrp="1"/>
          </p:cNvSpPr>
          <p:nvPr>
            <p:ph type="ftr" sz="quarter" idx="11"/>
          </p:nvPr>
        </p:nvSpPr>
        <p:spPr>
          <a:xfrm>
            <a:off x="4038600" y="6492875"/>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B452F6B3-D1D2-06EF-3DD0-F23E0388586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139567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F53412-3DDB-004D-8635-51DBFA0A3AD8}"/>
              </a:ext>
            </a:extLst>
          </p:cNvPr>
          <p:cNvSpPr>
            <a:spLocks noGrp="1"/>
          </p:cNvSpPr>
          <p:nvPr>
            <p:ph type="title"/>
          </p:nvPr>
        </p:nvSpPr>
        <p:spPr/>
        <p:txBody>
          <a:bodyPr/>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C30EB0B9-176B-D15F-114D-5437FB5DB71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7414134E-02AC-6451-8791-3E08F3F2139C}"/>
              </a:ext>
            </a:extLst>
          </p:cNvPr>
          <p:cNvSpPr>
            <a:spLocks noGrp="1"/>
          </p:cNvSpPr>
          <p:nvPr>
            <p:ph type="dt" sz="half" idx="10"/>
          </p:nvPr>
        </p:nvSpPr>
        <p:spPr/>
        <p:txBody>
          <a:bodyPr/>
          <a:lstStyle/>
          <a:p>
            <a:fld id="{A6D2D44A-2BD4-4D89-BA19-78E185FF2901}" type="datetime1">
              <a:rPr lang="en-US" smtClean="0"/>
              <a:t>8/2/2026</a:t>
            </a:fld>
            <a:endParaRPr lang="en-US"/>
          </a:p>
        </p:txBody>
      </p:sp>
      <p:sp>
        <p:nvSpPr>
          <p:cNvPr id="5" name="Footer Placeholder 4">
            <a:extLst>
              <a:ext uri="{FF2B5EF4-FFF2-40B4-BE49-F238E27FC236}">
                <a16:creationId xmlns:a16="http://schemas.microsoft.com/office/drawing/2014/main" id="{D511D431-1CEB-EB64-13BF-3C37A42221E8}"/>
              </a:ext>
            </a:extLst>
          </p:cNvPr>
          <p:cNvSpPr>
            <a:spLocks noGrp="1"/>
          </p:cNvSpPr>
          <p:nvPr>
            <p:ph type="ftr" sz="quarter" idx="11"/>
          </p:nvPr>
        </p:nvSpPr>
        <p:spPr>
          <a:xfrm>
            <a:off x="4038600" y="6492875"/>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11E28DD5-FBFD-1370-DE05-EC07B8C0BEC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6543063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6BDDF21-088B-3523-2D06-899A7CA05F5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0DEAE198-4810-2202-27C7-C79D2D804E8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2A9A1C91-8144-A0CF-97EB-761719F04F1C}"/>
              </a:ext>
            </a:extLst>
          </p:cNvPr>
          <p:cNvSpPr>
            <a:spLocks noGrp="1"/>
          </p:cNvSpPr>
          <p:nvPr>
            <p:ph type="dt" sz="half" idx="10"/>
          </p:nvPr>
        </p:nvSpPr>
        <p:spPr/>
        <p:txBody>
          <a:bodyPr/>
          <a:lstStyle/>
          <a:p>
            <a:fld id="{48F5A2EC-C415-40FD-B4CA-288F246EAD97}" type="datetime1">
              <a:rPr lang="en-US" smtClean="0"/>
              <a:t>8/2/2026</a:t>
            </a:fld>
            <a:endParaRPr lang="en-US"/>
          </a:p>
        </p:txBody>
      </p:sp>
      <p:sp>
        <p:nvSpPr>
          <p:cNvPr id="5" name="Footer Placeholder 4">
            <a:extLst>
              <a:ext uri="{FF2B5EF4-FFF2-40B4-BE49-F238E27FC236}">
                <a16:creationId xmlns:a16="http://schemas.microsoft.com/office/drawing/2014/main" id="{17AE5451-A054-D586-A527-150740D449A4}"/>
              </a:ext>
            </a:extLst>
          </p:cNvPr>
          <p:cNvSpPr>
            <a:spLocks noGrp="1"/>
          </p:cNvSpPr>
          <p:nvPr>
            <p:ph type="ftr" sz="quarter" idx="11"/>
          </p:nvPr>
        </p:nvSpPr>
        <p:spPr>
          <a:xfrm>
            <a:off x="4038600" y="649866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DDC8268D-BA66-D53C-8B66-7487EB77E2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79740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8BE512E-EB4F-91E7-540E-C7E40E2EF14E}"/>
              </a:ext>
            </a:extLst>
          </p:cNvPr>
          <p:cNvSpPr/>
          <p:nvPr userDrawn="1"/>
        </p:nvSpPr>
        <p:spPr>
          <a:xfrm>
            <a:off x="0" y="6807200"/>
            <a:ext cx="12192000" cy="865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2" name="Title Placeholder 1">
            <a:extLst>
              <a:ext uri="{FF2B5EF4-FFF2-40B4-BE49-F238E27FC236}">
                <a16:creationId xmlns:a16="http://schemas.microsoft.com/office/drawing/2014/main" id="{158A0B68-68DB-2342-58A0-146E356EE13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IE" dirty="0"/>
          </a:p>
        </p:txBody>
      </p:sp>
      <p:sp>
        <p:nvSpPr>
          <p:cNvPr id="3" name="Text Placeholder 2">
            <a:extLst>
              <a:ext uri="{FF2B5EF4-FFF2-40B4-BE49-F238E27FC236}">
                <a16:creationId xmlns:a16="http://schemas.microsoft.com/office/drawing/2014/main" id="{D879307D-0E25-E69B-3ACD-28F0DF1375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E" dirty="0"/>
          </a:p>
        </p:txBody>
      </p:sp>
      <p:sp>
        <p:nvSpPr>
          <p:cNvPr id="4" name="Date Placeholder 3">
            <a:extLst>
              <a:ext uri="{FF2B5EF4-FFF2-40B4-BE49-F238E27FC236}">
                <a16:creationId xmlns:a16="http://schemas.microsoft.com/office/drawing/2014/main" id="{87506AFB-9F7F-8999-F434-43D3C987D106}"/>
              </a:ext>
            </a:extLst>
          </p:cNvPr>
          <p:cNvSpPr>
            <a:spLocks noGrp="1"/>
          </p:cNvSpPr>
          <p:nvPr>
            <p:ph type="dt" sz="half" idx="2"/>
          </p:nvPr>
        </p:nvSpPr>
        <p:spPr>
          <a:xfrm>
            <a:off x="838199" y="6492875"/>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5506811-9558-4283-B7CE-ABA783DD6862}" type="datetime1">
              <a:rPr lang="en-US" smtClean="0"/>
              <a:t>8/2/2026</a:t>
            </a:fld>
            <a:endParaRPr lang="en-US"/>
          </a:p>
        </p:txBody>
      </p:sp>
      <p:sp>
        <p:nvSpPr>
          <p:cNvPr id="6" name="Slide Number Placeholder 5">
            <a:extLst>
              <a:ext uri="{FF2B5EF4-FFF2-40B4-BE49-F238E27FC236}">
                <a16:creationId xmlns:a16="http://schemas.microsoft.com/office/drawing/2014/main" id="{BBE0788F-DE30-7A5C-FEE6-F3327DF704EF}"/>
              </a:ext>
            </a:extLst>
          </p:cNvPr>
          <p:cNvSpPr>
            <a:spLocks noGrp="1"/>
          </p:cNvSpPr>
          <p:nvPr>
            <p:ph type="sldNum" sz="quarter" idx="4"/>
          </p:nvPr>
        </p:nvSpPr>
        <p:spPr>
          <a:xfrm>
            <a:off x="8610599" y="6492875"/>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0C12960-6E85-460F-B6E3-5B82CB31AF3D}" type="slidenum">
              <a:rPr lang="en-US" smtClean="0"/>
              <a:t>‹#›</a:t>
            </a:fld>
            <a:endParaRPr lang="en-US"/>
          </a:p>
        </p:txBody>
      </p:sp>
      <p:sp>
        <p:nvSpPr>
          <p:cNvPr id="7" name="Footer Placeholder 6">
            <a:extLst>
              <a:ext uri="{FF2B5EF4-FFF2-40B4-BE49-F238E27FC236}">
                <a16:creationId xmlns:a16="http://schemas.microsoft.com/office/drawing/2014/main" id="{38284056-48C6-B98D-7894-9CB1DF201E61}"/>
              </a:ext>
            </a:extLst>
          </p:cNvPr>
          <p:cNvSpPr>
            <a:spLocks noGrp="1"/>
          </p:cNvSpPr>
          <p:nvPr>
            <p:ph type="ftr" sz="quarter" idx="3"/>
          </p:nvPr>
        </p:nvSpPr>
        <p:spPr>
          <a:xfrm>
            <a:off x="4038599" y="6492875"/>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E" dirty="0"/>
          </a:p>
        </p:txBody>
      </p:sp>
      <p:pic>
        <p:nvPicPr>
          <p:cNvPr id="8" name="Picture 7" descr="A logo with a black background&#10;&#10;AI-generated content may be incorrect.">
            <a:extLst>
              <a:ext uri="{FF2B5EF4-FFF2-40B4-BE49-F238E27FC236}">
                <a16:creationId xmlns:a16="http://schemas.microsoft.com/office/drawing/2014/main" id="{9944E505-AF89-3EA3-F88B-F8ED1D9A8107}"/>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0599737" y="136525"/>
            <a:ext cx="1508125" cy="1508125"/>
          </a:xfrm>
          <a:prstGeom prst="rect">
            <a:avLst/>
          </a:prstGeom>
        </p:spPr>
      </p:pic>
      <p:sp>
        <p:nvSpPr>
          <p:cNvPr id="5" name="Rectangle 4">
            <a:extLst>
              <a:ext uri="{FF2B5EF4-FFF2-40B4-BE49-F238E27FC236}">
                <a16:creationId xmlns:a16="http://schemas.microsoft.com/office/drawing/2014/main" id="{8B9A793F-430C-9B20-3CC8-0E953F583953}"/>
              </a:ext>
            </a:extLst>
          </p:cNvPr>
          <p:cNvSpPr/>
          <p:nvPr userDrawn="1"/>
        </p:nvSpPr>
        <p:spPr>
          <a:xfrm rot="18900000">
            <a:off x="-457946" y="19900"/>
            <a:ext cx="1213223" cy="114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10" name="Rectangle 9">
            <a:extLst>
              <a:ext uri="{FF2B5EF4-FFF2-40B4-BE49-F238E27FC236}">
                <a16:creationId xmlns:a16="http://schemas.microsoft.com/office/drawing/2014/main" id="{0616D7EA-1FE8-CB66-151B-B201626C9642}"/>
              </a:ext>
            </a:extLst>
          </p:cNvPr>
          <p:cNvSpPr/>
          <p:nvPr userDrawn="1"/>
        </p:nvSpPr>
        <p:spPr>
          <a:xfrm rot="18900000">
            <a:off x="-305546" y="172300"/>
            <a:ext cx="1213223" cy="114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11" name="Rectangle 10">
            <a:extLst>
              <a:ext uri="{FF2B5EF4-FFF2-40B4-BE49-F238E27FC236}">
                <a16:creationId xmlns:a16="http://schemas.microsoft.com/office/drawing/2014/main" id="{8838CBC7-EA6E-152C-8584-4E3C0547EB46}"/>
              </a:ext>
            </a:extLst>
          </p:cNvPr>
          <p:cNvSpPr/>
          <p:nvPr userDrawn="1"/>
        </p:nvSpPr>
        <p:spPr>
          <a:xfrm rot="18900000">
            <a:off x="-259285" y="327588"/>
            <a:ext cx="1417565" cy="1252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Tree>
    <p:extLst>
      <p:ext uri="{BB962C8B-B14F-4D97-AF65-F5344CB8AC3E}">
        <p14:creationId xmlns:p14="http://schemas.microsoft.com/office/powerpoint/2010/main" val="3406702171"/>
      </p:ext>
    </p:extLst>
  </p:cSld>
  <p:clrMap bg1="lt1" tx1="dk1" bg2="lt2" tx2="dk2" accent1="accent1" accent2="accent2" accent3="accent3" accent4="accent4" accent5="accent5" accent6="accent6" hlink="hlink" folHlink="folHlink"/>
  <p:sldLayoutIdLst>
    <p:sldLayoutId id="2147483973" r:id="rId1"/>
    <p:sldLayoutId id="2147483974" r:id="rId2"/>
    <p:sldLayoutId id="2147483975" r:id="rId3"/>
    <p:sldLayoutId id="2147483976" r:id="rId4"/>
    <p:sldLayoutId id="2147483977" r:id="rId5"/>
    <p:sldLayoutId id="2147483978" r:id="rId6"/>
    <p:sldLayoutId id="2147483979" r:id="rId7"/>
    <p:sldLayoutId id="2147483980" r:id="rId8"/>
    <p:sldLayoutId id="2147483981" r:id="rId9"/>
    <p:sldLayoutId id="2147483982" r:id="rId10"/>
    <p:sldLayoutId id="2147483983" r:id="rId11"/>
  </p:sldLayoutIdLst>
  <p:hf sldNum="0" hdr="0" ftr="0" dt="0"/>
  <p:txStyles>
    <p:titleStyle>
      <a:lvl1pPr algn="ctr" defTabSz="914400" rtl="0" eaLnBrk="1" latinLnBrk="0" hangingPunct="1">
        <a:lnSpc>
          <a:spcPct val="90000"/>
        </a:lnSpc>
        <a:spcBef>
          <a:spcPct val="0"/>
        </a:spcBef>
        <a:buNone/>
        <a:defRPr sz="4400" kern="1200">
          <a:solidFill>
            <a:schemeClr val="accent1"/>
          </a:solidFill>
          <a:latin typeface="Segoe UI Semibold" panose="020B0702040204020203" pitchFamily="34" charset="0"/>
          <a:ea typeface="+mj-ea"/>
          <a:cs typeface="Segoe UI Semibold" panose="020B07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2"/>
          </a:solidFill>
          <a:latin typeface="Segoe UI Light" panose="020B0502040204020203" pitchFamily="34" charset="0"/>
          <a:ea typeface="+mn-ea"/>
          <a:cs typeface="Segoe UI Light"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solidFill>
          <a:latin typeface="Segoe UI Light" panose="020B0502040204020203" pitchFamily="34" charset="0"/>
          <a:ea typeface="+mn-ea"/>
          <a:cs typeface="Segoe UI Light"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solidFill>
          <a:latin typeface="Segoe UI Light" panose="020B0502040204020203" pitchFamily="34" charset="0"/>
          <a:ea typeface="+mn-ea"/>
          <a:cs typeface="Segoe UI Light"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solidFill>
          <a:latin typeface="Segoe UI Light" panose="020B0502040204020203" pitchFamily="34" charset="0"/>
          <a:ea typeface="+mn-ea"/>
          <a:cs typeface="Segoe UI Light"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solidFill>
          <a:latin typeface="Segoe UI Light" panose="020B0502040204020203" pitchFamily="34" charset="0"/>
          <a:ea typeface="+mn-ea"/>
          <a:cs typeface="Segoe UI Light"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1A7162-9DB8-9D28-7A4C-65684F0DB02C}"/>
              </a:ext>
            </a:extLst>
          </p:cNvPr>
          <p:cNvSpPr>
            <a:spLocks noGrp="1"/>
          </p:cNvSpPr>
          <p:nvPr>
            <p:ph type="ctrTitle"/>
          </p:nvPr>
        </p:nvSpPr>
        <p:spPr/>
        <p:txBody>
          <a:bodyPr/>
          <a:lstStyle/>
          <a:p>
            <a:r>
              <a:rPr lang="en-GB" dirty="0"/>
              <a:t>MOMENTUM</a:t>
            </a:r>
            <a:endParaRPr lang="en-IE" dirty="0"/>
          </a:p>
        </p:txBody>
      </p:sp>
      <p:sp>
        <p:nvSpPr>
          <p:cNvPr id="3" name="Subtitle 2">
            <a:extLst>
              <a:ext uri="{FF2B5EF4-FFF2-40B4-BE49-F238E27FC236}">
                <a16:creationId xmlns:a16="http://schemas.microsoft.com/office/drawing/2014/main" id="{28827B4E-9EF3-9C78-236D-39EF144F01ED}"/>
              </a:ext>
            </a:extLst>
          </p:cNvPr>
          <p:cNvSpPr>
            <a:spLocks noGrp="1"/>
          </p:cNvSpPr>
          <p:nvPr>
            <p:ph type="subTitle" idx="1"/>
          </p:nvPr>
        </p:nvSpPr>
        <p:spPr/>
        <p:txBody>
          <a:bodyPr/>
          <a:lstStyle/>
          <a:p>
            <a:r>
              <a:rPr lang="en-GB" dirty="0"/>
              <a:t>MOTORSPORT SIMULATION</a:t>
            </a:r>
            <a:endParaRPr lang="en-IE" dirty="0"/>
          </a:p>
        </p:txBody>
      </p:sp>
      <p:sp>
        <p:nvSpPr>
          <p:cNvPr id="4" name="TextBox 3">
            <a:extLst>
              <a:ext uri="{FF2B5EF4-FFF2-40B4-BE49-F238E27FC236}">
                <a16:creationId xmlns:a16="http://schemas.microsoft.com/office/drawing/2014/main" id="{5883C7EE-84B8-F629-1F7C-D067283E429D}"/>
              </a:ext>
            </a:extLst>
          </p:cNvPr>
          <p:cNvSpPr txBox="1"/>
          <p:nvPr/>
        </p:nvSpPr>
        <p:spPr>
          <a:xfrm>
            <a:off x="2330321" y="6180992"/>
            <a:ext cx="7531357" cy="369332"/>
          </a:xfrm>
          <a:prstGeom prst="rect">
            <a:avLst/>
          </a:prstGeom>
          <a:noFill/>
        </p:spPr>
        <p:txBody>
          <a:bodyPr wrap="none" rtlCol="0">
            <a:spAutoFit/>
          </a:bodyPr>
          <a:lstStyle/>
          <a:p>
            <a:pPr algn="ctr"/>
            <a:r>
              <a:rPr lang="en-GB" dirty="0">
                <a:solidFill>
                  <a:srgbClr val="A93044"/>
                </a:solidFill>
              </a:rPr>
              <a:t>Eoin Fitzsimons X23151374 BSc (Hons) Computing Software Development</a:t>
            </a:r>
            <a:endParaRPr lang="en-IE" dirty="0">
              <a:solidFill>
                <a:srgbClr val="A93044"/>
              </a:solidFill>
            </a:endParaRPr>
          </a:p>
        </p:txBody>
      </p:sp>
    </p:spTree>
    <p:extLst>
      <p:ext uri="{BB962C8B-B14F-4D97-AF65-F5344CB8AC3E}">
        <p14:creationId xmlns:p14="http://schemas.microsoft.com/office/powerpoint/2010/main" val="265419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B38CFF-8DFF-7F67-4F22-64860B69D10B}"/>
              </a:ext>
            </a:extLst>
          </p:cNvPr>
          <p:cNvSpPr>
            <a:spLocks noGrp="1"/>
          </p:cNvSpPr>
          <p:nvPr>
            <p:ph type="title"/>
          </p:nvPr>
        </p:nvSpPr>
        <p:spPr/>
        <p:txBody>
          <a:bodyPr/>
          <a:lstStyle/>
          <a:p>
            <a:r>
              <a:rPr lang="en-GB" dirty="0"/>
              <a:t>Project Overview</a:t>
            </a:r>
            <a:endParaRPr lang="en-IE" dirty="0"/>
          </a:p>
        </p:txBody>
      </p:sp>
      <p:sp>
        <p:nvSpPr>
          <p:cNvPr id="3" name="Content Placeholder 2">
            <a:extLst>
              <a:ext uri="{FF2B5EF4-FFF2-40B4-BE49-F238E27FC236}">
                <a16:creationId xmlns:a16="http://schemas.microsoft.com/office/drawing/2014/main" id="{F94CF115-B3AB-F5DF-CD96-0D864B207DB4}"/>
              </a:ext>
            </a:extLst>
          </p:cNvPr>
          <p:cNvSpPr>
            <a:spLocks noGrp="1"/>
          </p:cNvSpPr>
          <p:nvPr>
            <p:ph idx="1"/>
          </p:nvPr>
        </p:nvSpPr>
        <p:spPr/>
        <p:txBody>
          <a:bodyPr>
            <a:normAutofit fontScale="85000" lnSpcReduction="20000"/>
          </a:bodyPr>
          <a:lstStyle/>
          <a:p>
            <a:r>
              <a:rPr lang="en-IE" b="1" dirty="0"/>
              <a:t>What is Momentum?</a:t>
            </a:r>
            <a:endParaRPr lang="en-IE" dirty="0"/>
          </a:p>
          <a:p>
            <a:pPr lvl="1"/>
            <a:r>
              <a:rPr lang="en-IE" dirty="0"/>
              <a:t>A 2D motorsport race simulation application </a:t>
            </a:r>
          </a:p>
          <a:p>
            <a:pPr lvl="1"/>
            <a:r>
              <a:rPr lang="en-IE" dirty="0"/>
              <a:t>Models races using autonomous driver agents </a:t>
            </a:r>
          </a:p>
          <a:p>
            <a:pPr lvl="1"/>
            <a:r>
              <a:rPr lang="en-IE" dirty="0"/>
              <a:t>Users observe race progression and results </a:t>
            </a:r>
          </a:p>
          <a:p>
            <a:r>
              <a:rPr lang="en-IE" b="1" dirty="0"/>
              <a:t>Target Users</a:t>
            </a:r>
            <a:endParaRPr lang="en-IE" dirty="0"/>
          </a:p>
          <a:p>
            <a:pPr lvl="1"/>
            <a:r>
              <a:rPr lang="en-IE" dirty="0"/>
              <a:t>Motorsport enthusiasts </a:t>
            </a:r>
          </a:p>
          <a:p>
            <a:pPr lvl="1"/>
            <a:r>
              <a:rPr lang="en-IE" dirty="0"/>
              <a:t>Users interested in simulation systems </a:t>
            </a:r>
          </a:p>
          <a:p>
            <a:r>
              <a:rPr lang="en-IE" b="1" dirty="0"/>
              <a:t>Problem Addressed</a:t>
            </a:r>
            <a:endParaRPr lang="en-IE" dirty="0"/>
          </a:p>
          <a:p>
            <a:pPr lvl="1"/>
            <a:r>
              <a:rPr lang="en-IE" dirty="0"/>
              <a:t>Explores how motorsport races can be modelled through software simulation </a:t>
            </a:r>
          </a:p>
          <a:p>
            <a:pPr lvl="1"/>
            <a:r>
              <a:rPr lang="en-IE" dirty="0"/>
              <a:t>Provides an alternative to player-controlled racing applications </a:t>
            </a:r>
          </a:p>
          <a:p>
            <a:r>
              <a:rPr lang="en-IE" b="1" dirty="0"/>
              <a:t>Difference from Existing Applications</a:t>
            </a:r>
            <a:endParaRPr lang="en-IE" dirty="0"/>
          </a:p>
          <a:p>
            <a:pPr lvl="1"/>
            <a:r>
              <a:rPr lang="en-IE" dirty="0"/>
              <a:t>Focuses on race simulation rather than vehicle control </a:t>
            </a:r>
          </a:p>
          <a:p>
            <a:pPr lvl="1"/>
            <a:r>
              <a:rPr lang="en-IE" dirty="0"/>
              <a:t>Uses a lightweight agent-based approach </a:t>
            </a:r>
          </a:p>
          <a:p>
            <a:pPr lvl="1"/>
            <a:r>
              <a:rPr lang="en-IE" dirty="0"/>
              <a:t>Generates track layouts through data-driven configuration</a:t>
            </a:r>
          </a:p>
        </p:txBody>
      </p:sp>
    </p:spTree>
    <p:extLst>
      <p:ext uri="{BB962C8B-B14F-4D97-AF65-F5344CB8AC3E}">
        <p14:creationId xmlns:p14="http://schemas.microsoft.com/office/powerpoint/2010/main" val="19822072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752299-4003-886D-E2B6-0209FD1C0C18}"/>
              </a:ext>
            </a:extLst>
          </p:cNvPr>
          <p:cNvSpPr>
            <a:spLocks noGrp="1"/>
          </p:cNvSpPr>
          <p:nvPr>
            <p:ph type="title"/>
          </p:nvPr>
        </p:nvSpPr>
        <p:spPr/>
        <p:txBody>
          <a:bodyPr/>
          <a:lstStyle/>
          <a:p>
            <a:r>
              <a:rPr lang="en-IE" dirty="0"/>
              <a:t>Technologies &amp; Architecture</a:t>
            </a:r>
          </a:p>
        </p:txBody>
      </p:sp>
      <p:sp>
        <p:nvSpPr>
          <p:cNvPr id="3" name="Content Placeholder 2">
            <a:extLst>
              <a:ext uri="{FF2B5EF4-FFF2-40B4-BE49-F238E27FC236}">
                <a16:creationId xmlns:a16="http://schemas.microsoft.com/office/drawing/2014/main" id="{3CE9665F-9842-C896-A051-ED4D14A3CFC7}"/>
              </a:ext>
            </a:extLst>
          </p:cNvPr>
          <p:cNvSpPr>
            <a:spLocks noGrp="1"/>
          </p:cNvSpPr>
          <p:nvPr>
            <p:ph idx="1"/>
          </p:nvPr>
        </p:nvSpPr>
        <p:spPr/>
        <p:txBody>
          <a:bodyPr/>
          <a:lstStyle/>
          <a:p>
            <a:pPr lvl="0"/>
            <a:r>
              <a:rPr lang="en-IE" dirty="0"/>
              <a:t>Technologies</a:t>
            </a:r>
          </a:p>
          <a:p>
            <a:pPr lvl="1"/>
            <a:r>
              <a:rPr lang="en-IE" dirty="0"/>
              <a:t>Python</a:t>
            </a:r>
          </a:p>
          <a:p>
            <a:pPr lvl="1"/>
            <a:r>
              <a:rPr lang="en-IE" dirty="0"/>
              <a:t>PyQt6 for the GUI</a:t>
            </a:r>
          </a:p>
          <a:p>
            <a:pPr lvl="1"/>
            <a:r>
              <a:rPr lang="en-IE" dirty="0"/>
              <a:t>JSON for track/accessibility configuration</a:t>
            </a:r>
          </a:p>
          <a:p>
            <a:pPr lvl="0"/>
            <a:r>
              <a:rPr lang="en-IE" dirty="0"/>
              <a:t>Layered architecture</a:t>
            </a:r>
          </a:p>
          <a:p>
            <a:pPr lvl="1"/>
            <a:r>
              <a:rPr lang="en-IE" dirty="0"/>
              <a:t>UI, simulation logic, data/configuration</a:t>
            </a:r>
          </a:p>
        </p:txBody>
      </p:sp>
    </p:spTree>
    <p:extLst>
      <p:ext uri="{BB962C8B-B14F-4D97-AF65-F5344CB8AC3E}">
        <p14:creationId xmlns:p14="http://schemas.microsoft.com/office/powerpoint/2010/main" val="224328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702758-3F71-DD41-9B98-B4AAEE811947}"/>
              </a:ext>
            </a:extLst>
          </p:cNvPr>
          <p:cNvSpPr>
            <a:spLocks noGrp="1"/>
          </p:cNvSpPr>
          <p:nvPr>
            <p:ph type="title"/>
          </p:nvPr>
        </p:nvSpPr>
        <p:spPr/>
        <p:txBody>
          <a:bodyPr/>
          <a:lstStyle/>
          <a:p>
            <a:r>
              <a:rPr lang="en-IE" dirty="0"/>
              <a:t>Algorithms</a:t>
            </a:r>
          </a:p>
        </p:txBody>
      </p:sp>
      <p:graphicFrame>
        <p:nvGraphicFramePr>
          <p:cNvPr id="4" name="Content Placeholder 3">
            <a:extLst>
              <a:ext uri="{FF2B5EF4-FFF2-40B4-BE49-F238E27FC236}">
                <a16:creationId xmlns:a16="http://schemas.microsoft.com/office/drawing/2014/main" id="{467BB6A2-DD62-CDC2-AD41-F99B434D14C0}"/>
              </a:ext>
            </a:extLst>
          </p:cNvPr>
          <p:cNvGraphicFramePr>
            <a:graphicFrameLocks noGrp="1"/>
          </p:cNvGraphicFramePr>
          <p:nvPr>
            <p:ph idx="1"/>
            <p:extLst>
              <p:ext uri="{D42A27DB-BD31-4B8C-83A1-F6EECF244321}">
                <p14:modId xmlns:p14="http://schemas.microsoft.com/office/powerpoint/2010/main" val="2347318408"/>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967891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2F1FB-CBA9-F09A-7F0F-A636A3D309A4}"/>
              </a:ext>
            </a:extLst>
          </p:cNvPr>
          <p:cNvSpPr>
            <a:spLocks noGrp="1"/>
          </p:cNvSpPr>
          <p:nvPr>
            <p:ph type="title"/>
          </p:nvPr>
        </p:nvSpPr>
        <p:spPr>
          <a:xfrm>
            <a:off x="838200" y="365125"/>
            <a:ext cx="10515600" cy="1325563"/>
          </a:xfrm>
        </p:spPr>
        <p:txBody>
          <a:bodyPr anchor="ctr">
            <a:normAutofit/>
          </a:bodyPr>
          <a:lstStyle/>
          <a:p>
            <a:r>
              <a:rPr lang="en-IE" dirty="0"/>
              <a:t>Testing</a:t>
            </a:r>
          </a:p>
        </p:txBody>
      </p:sp>
      <p:graphicFrame>
        <p:nvGraphicFramePr>
          <p:cNvPr id="5" name="Content Placeholder 2">
            <a:extLst>
              <a:ext uri="{FF2B5EF4-FFF2-40B4-BE49-F238E27FC236}">
                <a16:creationId xmlns:a16="http://schemas.microsoft.com/office/drawing/2014/main" id="{2FCCEEA8-3C64-F854-06A7-1C17D12D22F0}"/>
              </a:ext>
            </a:extLst>
          </p:cNvPr>
          <p:cNvGraphicFramePr>
            <a:graphicFrameLocks noGrp="1"/>
          </p:cNvGraphicFramePr>
          <p:nvPr>
            <p:ph idx="1"/>
            <p:extLst>
              <p:ext uri="{D42A27DB-BD31-4B8C-83A1-F6EECF244321}">
                <p14:modId xmlns:p14="http://schemas.microsoft.com/office/powerpoint/2010/main" val="266884041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09408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44AFE-C59A-0CCA-EBD0-5F3C4764A371}"/>
              </a:ext>
            </a:extLst>
          </p:cNvPr>
          <p:cNvSpPr>
            <a:spLocks noGrp="1"/>
          </p:cNvSpPr>
          <p:nvPr>
            <p:ph type="ctrTitle"/>
          </p:nvPr>
        </p:nvSpPr>
        <p:spPr/>
        <p:txBody>
          <a:bodyPr/>
          <a:lstStyle/>
          <a:p>
            <a:r>
              <a:rPr lang="en-GB" dirty="0"/>
              <a:t>Demonstration</a:t>
            </a:r>
            <a:endParaRPr lang="en-IE" dirty="0"/>
          </a:p>
        </p:txBody>
      </p:sp>
      <p:sp>
        <p:nvSpPr>
          <p:cNvPr id="3" name="Subtitle 2">
            <a:extLst>
              <a:ext uri="{FF2B5EF4-FFF2-40B4-BE49-F238E27FC236}">
                <a16:creationId xmlns:a16="http://schemas.microsoft.com/office/drawing/2014/main" id="{3C2169F1-5F8C-B2A6-A902-1307E61D0E52}"/>
              </a:ext>
            </a:extLst>
          </p:cNvPr>
          <p:cNvSpPr>
            <a:spLocks noGrp="1"/>
          </p:cNvSpPr>
          <p:nvPr>
            <p:ph type="subTitle" idx="1"/>
          </p:nvPr>
        </p:nvSpPr>
        <p:spPr/>
        <p:txBody>
          <a:bodyPr/>
          <a:lstStyle/>
          <a:p>
            <a:r>
              <a:rPr lang="en-GB" dirty="0"/>
              <a:t>Set up a race</a:t>
            </a:r>
          </a:p>
          <a:p>
            <a:r>
              <a:rPr lang="en-GB" dirty="0"/>
              <a:t>View the telemetry</a:t>
            </a:r>
          </a:p>
          <a:p>
            <a:r>
              <a:rPr lang="en-GB" dirty="0"/>
              <a:t>View the results</a:t>
            </a:r>
            <a:endParaRPr lang="en-IE" dirty="0"/>
          </a:p>
        </p:txBody>
      </p:sp>
    </p:spTree>
    <p:extLst>
      <p:ext uri="{BB962C8B-B14F-4D97-AF65-F5344CB8AC3E}">
        <p14:creationId xmlns:p14="http://schemas.microsoft.com/office/powerpoint/2010/main" val="2845539825"/>
      </p:ext>
    </p:extLst>
  </p:cSld>
  <p:clrMapOvr>
    <a:masterClrMapping/>
  </p:clrMapOvr>
</p:sld>
</file>

<file path=ppt/theme/theme1.xml><?xml version="1.0" encoding="utf-8"?>
<a:theme xmlns:a="http://schemas.openxmlformats.org/drawingml/2006/main" name="Office Theme">
  <a:themeElements>
    <a:clrScheme name="Momentum">
      <a:dk1>
        <a:srgbClr val="353839"/>
      </a:dk1>
      <a:lt1>
        <a:srgbClr val="B9F2FF"/>
      </a:lt1>
      <a:dk2>
        <a:srgbClr val="353839"/>
      </a:dk2>
      <a:lt2>
        <a:srgbClr val="F5F5F5"/>
      </a:lt2>
      <a:accent1>
        <a:srgbClr val="B9F2FF"/>
      </a:accent1>
      <a:accent2>
        <a:srgbClr val="DD2D4A"/>
      </a:accent2>
      <a:accent3>
        <a:srgbClr val="228B22"/>
      </a:accent3>
      <a:accent4>
        <a:srgbClr val="DAA520"/>
      </a:accent4>
      <a:accent5>
        <a:srgbClr val="353839"/>
      </a:accent5>
      <a:accent6>
        <a:srgbClr val="F5F5F5"/>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1392</TotalTime>
  <Words>573</Words>
  <Application>Microsoft Office PowerPoint</Application>
  <PresentationFormat>Widescreen</PresentationFormat>
  <Paragraphs>72</Paragraphs>
  <Slides>6</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Aptos</vt:lpstr>
      <vt:lpstr>Arial</vt:lpstr>
      <vt:lpstr>Segoe UI Light</vt:lpstr>
      <vt:lpstr>Segoe UI Semibold</vt:lpstr>
      <vt:lpstr>Office Theme</vt:lpstr>
      <vt:lpstr>MOMENTUM</vt:lpstr>
      <vt:lpstr>Project Overview</vt:lpstr>
      <vt:lpstr>Technologies &amp; Architecture</vt:lpstr>
      <vt:lpstr>Algorithms</vt:lpstr>
      <vt:lpstr>Testing</vt:lpstr>
      <vt:lpstr>Demonstration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Eoin Fitzsimons</dc:creator>
  <cp:lastModifiedBy>Eoin Fitzsimons</cp:lastModifiedBy>
  <cp:revision>13</cp:revision>
  <dcterms:created xsi:type="dcterms:W3CDTF">2025-12-04T03:21:51Z</dcterms:created>
  <dcterms:modified xsi:type="dcterms:W3CDTF">2026-08-02T21:40:11Z</dcterms:modified>
</cp:coreProperties>
</file>