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72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68765" autoAdjust="0"/>
  </p:normalViewPr>
  <p:slideViewPr>
    <p:cSldViewPr snapToGrid="0">
      <p:cViewPr varScale="1">
        <p:scale>
          <a:sx n="76" d="100"/>
          <a:sy n="76" d="100"/>
        </p:scale>
        <p:origin x="191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83EA0DD-752A-4738-B3DB-B4E0E0FEBB26}" type="datetimeFigureOut">
              <a:rPr lang="en-IE" smtClean="0"/>
              <a:t>01/08/2026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439C384-FEF2-4015-9B8A-9427217FDE2D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281331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Hello, I’m Eoin Fitzsimons, a lifelong motorsport and sports‑simulation fan. This is Momentum, a programme used to </a:t>
            </a:r>
            <a:r>
              <a:rPr lang="en-IE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simulate motorsports.</a:t>
            </a:r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9C384-FEF2-4015-9B8A-9427217FDE2D}" type="slidenum">
              <a:rPr lang="en-IE" smtClean="0"/>
              <a:t>1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9434441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48801D-F704-E77D-090A-B8CA1C6492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71A710-F773-FB52-54F3-2D8089B2DC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accent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I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7FEF94-4478-75DE-28A6-B3F87AAE1B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CBE93-8E4F-43D5-94BB-3D9BCCE02D4C}" type="datetime1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D07F51-DDCE-95B2-0E76-37BD0E219C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92874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5D9548-D479-703D-372E-170FB5E0E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08130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314F8-F111-E0D8-9003-AC12D9F66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CFE2C7-3C68-3639-7113-777D296117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F7F8AC-EF14-AA86-FDE7-E03007D52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9F087-D06C-4D03-9B30-1FD995930E7C}" type="datetime1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B497EF-C33F-DA61-20F1-D2D9E933F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599" y="6492874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3F64C9-2340-6877-DF29-6AC68EAFB3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26337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F0FB9-3189-3FCC-6B5C-9DAE7B171C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5754FB-CBA9-EE06-6CC8-E3564C13C6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CA01E2-779E-7BBF-2A6C-EE49EF00DA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390DD-C8B9-4FA1-B19A-AD5E6313EA9F}" type="datetime1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1B7A27-5266-572D-5C3F-78E4A610A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2FA338-A839-7DF6-2141-75C24C7984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09305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9F502-B9CC-9511-CA4F-768C86C50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E7390E-D3B0-2151-86DC-17005B9400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DA8394-E971-7295-2D5B-D0BCAC063B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960913-BEE8-6550-8CBE-74154EED3A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528E2F-7DCC-40BC-8C3D-60ADC4949A7D}" type="datetime1">
              <a:rPr lang="en-US" smtClean="0"/>
              <a:t>8/1/2026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237AAB-9773-AC74-E7BA-C7D8FBEA02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02023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B25601-7388-BE61-D4F3-A03F321D1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4943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1E97C0-7251-1B38-427D-BD39A29286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DFFC67-1F5E-AC88-FAF0-F13985A36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39D57C-D0F1-87E6-910C-796806CBF1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C9B3B97-49C3-538F-018F-93B196F302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FCBB95-9EE3-D2B9-46F7-950EBC2A94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927A6BF-5DC4-49B5-895B-2DCB682EE2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2FD16-0B33-49D4-994E-5D59F14BB469}" type="datetime1">
              <a:rPr lang="en-US" smtClean="0"/>
              <a:t>8/1/2026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0A78FC-D07D-4447-4257-EDFA94491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0800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9185BAA-AA4B-5D0B-9274-BB9CD32D2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49543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B9E4EB-B6A7-5ED3-84C5-B55954FBF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E22695F-B891-2577-10D5-0982BC4E17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048AD4-3D5D-45D6-84E6-5EEEE3F193D3}" type="datetime1">
              <a:rPr lang="en-US" smtClean="0"/>
              <a:t>8/1/2026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BD7E4B-675B-BA8E-8771-00C948358B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04634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5A5643-566B-4DF7-4661-21E10806F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032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7CD1166-0491-6605-C089-765997D38B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D4F7A-50EF-4184-95D2-C94723F359F9}" type="datetime1">
              <a:rPr lang="en-US" smtClean="0"/>
              <a:t>8/1/2026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7458C83-9288-5954-CD53-C30D3F352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04638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88F47B-AD44-BA70-74FE-64BF9935C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7291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917C8-0971-F20B-D0B2-F8406C74B5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C6068E-AFD4-435D-1A6D-1A63754477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8F25A4-1682-78B1-77EA-310C780272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B4F145-8363-5281-CF94-DEA5BAE28C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911ED-9804-43CB-9F75-C96652EB10E9}" type="datetime1">
              <a:rPr lang="en-US" smtClean="0"/>
              <a:t>8/1/2026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85CE4D-C3E2-863A-D1E0-257A6DCD3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68C010-ED98-8188-C4CE-9790F3B0F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5904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2CBC2-BD39-373D-07E2-76FC4DF4C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822322F-7B92-6993-82D8-34A98F239C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93AC0A-0EF2-EA59-3D1F-835105F54A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454A74-D909-F5D0-B17E-9B243F6E2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BDE276-C07D-4BC6-BADA-0096F65127DD}" type="datetime1">
              <a:rPr lang="en-US" smtClean="0"/>
              <a:t>8/1/2026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94A600-B54D-CCB5-FAA9-1D311C67C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52F6B3-D1D2-06EF-3DD0-F23E03885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567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53412-3DDB-004D-8635-51DBFA0A3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0EB0B9-176B-D15F-114D-5437FB5DB7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14134E-02AC-6451-8791-3E08F3F213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D2D44A-2BD4-4D89-BA19-78E185FF2901}" type="datetime1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11D431-1CEB-EB64-13BF-3C37A42221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E28DD5-FBFD-1370-DE05-EC07B8C0B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3063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6BDDF21-088B-3523-2D06-899A7CA05F5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EAE198-4810-2202-27C7-C79D2D804E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9A1C91-8144-A0CF-97EB-761719F04F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F5A2EC-C415-40FD-B4CA-288F246EAD97}" type="datetime1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AE5451-A054-D586-A527-150740D44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9866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C8268D-BA66-D53C-8B66-7487EB77E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740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8BE512E-EB4F-91E7-540E-C7E40E2EF14E}"/>
              </a:ext>
            </a:extLst>
          </p:cNvPr>
          <p:cNvSpPr/>
          <p:nvPr userDrawn="1"/>
        </p:nvSpPr>
        <p:spPr>
          <a:xfrm>
            <a:off x="0" y="6807200"/>
            <a:ext cx="12192000" cy="865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8A0B68-68DB-2342-58A0-146E356EE1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I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79307D-0E25-E69B-3ACD-28F0DF1375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506AFB-9F7F-8999-F434-43D3C987D1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1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506811-9558-4283-B7CE-ABA783DD6862}" type="datetime1">
              <a:rPr lang="en-US" smtClean="0"/>
              <a:t>8/1/2026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E0788F-DE30-7A5C-FEE6-F3327DF704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5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8284056-48C6-B98D-7894-9CB1DF201E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599" y="6492875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E" dirty="0"/>
          </a:p>
        </p:txBody>
      </p:sp>
      <p:pic>
        <p:nvPicPr>
          <p:cNvPr id="8" name="Picture 7" descr="A logo with a black background&#10;&#10;AI-generated content may be incorrect.">
            <a:extLst>
              <a:ext uri="{FF2B5EF4-FFF2-40B4-BE49-F238E27FC236}">
                <a16:creationId xmlns:a16="http://schemas.microsoft.com/office/drawing/2014/main" id="{9944E505-AF89-3EA3-F88B-F8ED1D9A8107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99737" y="136525"/>
            <a:ext cx="1508125" cy="150812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B9A793F-430C-9B20-3CC8-0E953F583953}"/>
              </a:ext>
            </a:extLst>
          </p:cNvPr>
          <p:cNvSpPr/>
          <p:nvPr userDrawn="1"/>
        </p:nvSpPr>
        <p:spPr>
          <a:xfrm rot="18900000">
            <a:off x="-457946" y="19900"/>
            <a:ext cx="1213223" cy="1140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616D7EA-1FE8-CB66-151B-B201626C9642}"/>
              </a:ext>
            </a:extLst>
          </p:cNvPr>
          <p:cNvSpPr/>
          <p:nvPr userDrawn="1"/>
        </p:nvSpPr>
        <p:spPr>
          <a:xfrm rot="18900000">
            <a:off x="-305546" y="172300"/>
            <a:ext cx="1213223" cy="1140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838CBC7-EA6E-152C-8584-4E3C0547EB46}"/>
              </a:ext>
            </a:extLst>
          </p:cNvPr>
          <p:cNvSpPr/>
          <p:nvPr userDrawn="1"/>
        </p:nvSpPr>
        <p:spPr>
          <a:xfrm rot="18900000">
            <a:off x="-259285" y="327588"/>
            <a:ext cx="1417565" cy="1252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067021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73" r:id="rId1"/>
    <p:sldLayoutId id="2147483974" r:id="rId2"/>
    <p:sldLayoutId id="2147483975" r:id="rId3"/>
    <p:sldLayoutId id="2147483976" r:id="rId4"/>
    <p:sldLayoutId id="2147483977" r:id="rId5"/>
    <p:sldLayoutId id="2147483978" r:id="rId6"/>
    <p:sldLayoutId id="2147483979" r:id="rId7"/>
    <p:sldLayoutId id="2147483980" r:id="rId8"/>
    <p:sldLayoutId id="2147483981" r:id="rId9"/>
    <p:sldLayoutId id="2147483982" r:id="rId10"/>
    <p:sldLayoutId id="2147483983" r:id="rId11"/>
  </p:sldLayoutIdLst>
  <p:hf sldNum="0"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1"/>
          </a:solidFill>
          <a:latin typeface="Segoe UI Semibold" panose="020B0702040204020203" pitchFamily="34" charset="0"/>
          <a:ea typeface="+mj-ea"/>
          <a:cs typeface="Segoe UI Semibold" panose="020B070204020402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2"/>
          </a:solidFill>
          <a:latin typeface="Segoe UI Light" panose="020B0502040204020203" pitchFamily="34" charset="0"/>
          <a:ea typeface="+mn-ea"/>
          <a:cs typeface="Segoe UI Light" panose="020B0502040204020203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2"/>
          </a:solidFill>
          <a:latin typeface="Segoe UI Light" panose="020B0502040204020203" pitchFamily="34" charset="0"/>
          <a:ea typeface="+mn-ea"/>
          <a:cs typeface="Segoe UI Light" panose="020B0502040204020203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2"/>
          </a:solidFill>
          <a:latin typeface="Segoe UI Light" panose="020B0502040204020203" pitchFamily="34" charset="0"/>
          <a:ea typeface="+mn-ea"/>
          <a:cs typeface="Segoe UI Light" panose="020B0502040204020203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2"/>
          </a:solidFill>
          <a:latin typeface="Segoe UI Light" panose="020B0502040204020203" pitchFamily="34" charset="0"/>
          <a:ea typeface="+mn-ea"/>
          <a:cs typeface="Segoe UI Light" panose="020B0502040204020203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2"/>
          </a:solidFill>
          <a:latin typeface="Segoe UI Light" panose="020B0502040204020203" pitchFamily="34" charset="0"/>
          <a:ea typeface="+mn-ea"/>
          <a:cs typeface="Segoe UI Light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1A7162-9DB8-9D28-7A4C-65684F0DB0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MOMENTUM</a:t>
            </a:r>
            <a:endParaRPr lang="en-I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827B4E-9EF3-9C78-236D-39EF144F01E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MOTORSPORT SIMULATION</a:t>
            </a: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265419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Momentum">
      <a:dk1>
        <a:srgbClr val="353839"/>
      </a:dk1>
      <a:lt1>
        <a:srgbClr val="B9F2FF"/>
      </a:lt1>
      <a:dk2>
        <a:srgbClr val="353839"/>
      </a:dk2>
      <a:lt2>
        <a:srgbClr val="F5F5F5"/>
      </a:lt2>
      <a:accent1>
        <a:srgbClr val="B9F2FF"/>
      </a:accent1>
      <a:accent2>
        <a:srgbClr val="DD2D4A"/>
      </a:accent2>
      <a:accent3>
        <a:srgbClr val="228B22"/>
      </a:accent3>
      <a:accent4>
        <a:srgbClr val="DAA520"/>
      </a:accent4>
      <a:accent5>
        <a:srgbClr val="353839"/>
      </a:accent5>
      <a:accent6>
        <a:srgbClr val="F5F5F5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795</TotalTime>
  <Words>30</Words>
  <Application>Microsoft Office PowerPoint</Application>
  <PresentationFormat>Widescreen</PresentationFormat>
  <Paragraphs>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Arial</vt:lpstr>
      <vt:lpstr>Segoe UI Light</vt:lpstr>
      <vt:lpstr>Segoe UI Semibold</vt:lpstr>
      <vt:lpstr>Office Theme</vt:lpstr>
      <vt:lpstr>MOMENTUM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Eoin Fitzsimons</dc:creator>
  <cp:lastModifiedBy>Eoin Fitzsimons</cp:lastModifiedBy>
  <cp:revision>8</cp:revision>
  <dcterms:created xsi:type="dcterms:W3CDTF">2025-12-04T03:21:51Z</dcterms:created>
  <dcterms:modified xsi:type="dcterms:W3CDTF">2026-08-01T16:17:40Z</dcterms:modified>
</cp:coreProperties>
</file>