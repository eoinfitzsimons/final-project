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30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765" autoAdjust="0"/>
  </p:normalViewPr>
  <p:slideViewPr>
    <p:cSldViewPr snapToGrid="0">
      <p:cViewPr varScale="1">
        <p:scale>
          <a:sx n="109" d="100"/>
          <a:sy n="109" d="100"/>
        </p:scale>
        <p:origin x="22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EA0DD-752A-4738-B3DB-B4E0E0FEBB26}" type="datetimeFigureOut">
              <a:rPr lang="en-IE" smtClean="0"/>
              <a:t>02/08/2026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9C384-FEF2-4015-9B8A-9427217FDE2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813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Hello, I’m Eoin Fitzsimons, a lifelong motorsport and sports‑simulation fan. This is Momentum, a programme used to </a:t>
            </a:r>
            <a:r>
              <a:rPr lang="en-I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simulate motorsports.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9C384-FEF2-4015-9B8A-9427217FDE2D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43444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Momentum is a motorsport simulation application where the user observes a race rather than directly controlling a vehicle.</a:t>
            </a:r>
          </a:p>
          <a:p>
            <a:r>
              <a:rPr lang="en-IE" dirty="0"/>
              <a:t>The system models drivers as autonomous agents with different characteristics and simulates race progression through a discrete update system.</a:t>
            </a:r>
          </a:p>
          <a:p>
            <a:r>
              <a:rPr lang="en-IE" dirty="0"/>
              <a:t>Existing racing games generally focus on player interaction and physics-based driving. Momentum instead focuses on the underlying race simulation, including driver behaviour, race progression and result generation.</a:t>
            </a:r>
          </a:p>
          <a:p>
            <a:r>
              <a:rPr lang="en-IE" dirty="0"/>
              <a:t>The system also uses a data-driven approach, where track information is stored externally and converted into a visual circuit at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9C384-FEF2-4015-9B8A-9427217FDE2D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34676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801D-F704-E77D-090A-B8CA1C649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1A710-F773-FB52-54F3-2D8089B2D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FEF94-4478-75DE-28A6-B3F87AAE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BE93-8E4F-43D5-94BB-3D9BCCE02D4C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07F51-DDCE-95B2-0E76-37BD0E219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9548-D479-703D-372E-170FB5E0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1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14F8-F111-E0D8-9003-AC12D9F6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FE2C7-3C68-3639-7113-777D29611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7F8AC-EF14-AA86-FDE7-E03007D5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F087-D06C-4D03-9B30-1FD995930E7C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97EF-C33F-DA61-20F1-D2D9E933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9287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F64C9-2340-6877-DF29-6AC68EAF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3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0FB9-3189-3FCC-6B5C-9DAE7B17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754FB-CBA9-EE06-6CC8-E3564C13C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01E2-779E-7BBF-2A6C-EE49EF00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390DD-C8B9-4FA1-B19A-AD5E6313EA9F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B7A27-5266-572D-5C3F-78E4A610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FA338-A839-7DF6-2141-75C24C79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3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F502-B9CC-9511-CA4F-768C86C5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390E-D3B0-2151-86DC-17005B940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A8394-E971-7295-2D5B-D0BCAC063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60913-BEE8-6550-8CBE-74154EED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28E2F-7DCC-40BC-8C3D-60ADC4949A7D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37AAB-9773-AC74-E7BA-C7D8FBEA0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202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25601-7388-BE61-D4F3-A03F321D1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94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97C0-7251-1B38-427D-BD39A292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FFC67-1F5E-AC88-FAF0-F13985A3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9D57C-D0F1-87E6-910C-796806CBF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B3B97-49C3-538F-018F-93B196F30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CBB95-9EE3-D2B9-46F7-950EBC2A9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7A6BF-5DC4-49B5-895B-2DCB682E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2FD16-0B33-49D4-994E-5D59F14BB469}" type="datetime1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0A78FC-D07D-4447-4257-EDFA9449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800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85BAA-AA4B-5D0B-9274-BB9CD32D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5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E4EB-B6A7-5ED3-84C5-B55954FB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2695F-B891-2577-10D5-0982BC4E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48AD4-3D5D-45D6-84E6-5EEEE3F193D3}" type="datetime1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D7E4B-675B-BA8E-8771-00C94835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463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A5643-566B-4DF7-4661-21E10806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D1166-0491-6605-C089-765997D3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D4F7A-50EF-4184-95D2-C94723F359F9}" type="datetime1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58C83-9288-5954-CD53-C30D3F35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463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8F47B-AD44-BA70-74FE-64BF9935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9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17C8-0971-F20B-D0B2-F8406C74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6068E-AFD4-435D-1A6D-1A6375447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F25A4-1682-78B1-77EA-310C78027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4F145-8363-5281-CF94-DEA5BAE2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11ED-9804-43CB-9F75-C96652EB10E9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CE4D-C3E2-863A-D1E0-257A6DCD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8C010-ED98-8188-C4CE-9790F3B0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9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CBC2-BD39-373D-07E2-76FC4DF4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22322F-7B92-6993-82D8-34A98F239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3AC0A-0EF2-EA59-3D1F-835105F54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54A74-D909-F5D0-B17E-9B243F6E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E276-C07D-4BC6-BADA-0096F65127DD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4A600-B54D-CCB5-FAA9-1D311C67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2F6B3-D1D2-06EF-3DD0-F23E0388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3412-3DDB-004D-8635-51DBFA0A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EB0B9-176B-D15F-114D-5437FB5DB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4134E-02AC-6451-8791-3E08F3F21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2D44A-2BD4-4D89-BA19-78E185FF2901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1D431-1CEB-EB64-13BF-3C37A422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28DD5-FBFD-1370-DE05-EC07B8C0B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06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DDF21-088B-3523-2D06-899A7CA05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AE198-4810-2202-27C7-C79D2D804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A1C91-8144-A0CF-97EB-761719F0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A2EC-C415-40FD-B4CA-288F246EAD97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E5451-A054-D586-A527-150740D4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866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8268D-BA66-D53C-8B66-7487EB77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BE512E-EB4F-91E7-540E-C7E40E2EF14E}"/>
              </a:ext>
            </a:extLst>
          </p:cNvPr>
          <p:cNvSpPr/>
          <p:nvPr userDrawn="1"/>
        </p:nvSpPr>
        <p:spPr>
          <a:xfrm>
            <a:off x="0" y="6807200"/>
            <a:ext cx="12192000" cy="86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A0B68-68DB-2342-58A0-146E356E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9307D-0E25-E69B-3ACD-28F0DF137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06AFB-9F7F-8999-F434-43D3C987D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06811-9558-4283-B7CE-ABA783DD6862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0788F-DE30-7A5C-FEE6-F3327DF70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284056-48C6-B98D-7894-9CB1DF201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599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 dirty="0"/>
          </a:p>
        </p:txBody>
      </p:sp>
      <p:pic>
        <p:nvPicPr>
          <p:cNvPr id="8" name="Picture 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9944E505-AF89-3EA3-F88B-F8ED1D9A810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737" y="136525"/>
            <a:ext cx="1508125" cy="1508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9A793F-430C-9B20-3CC8-0E953F583953}"/>
              </a:ext>
            </a:extLst>
          </p:cNvPr>
          <p:cNvSpPr/>
          <p:nvPr userDrawn="1"/>
        </p:nvSpPr>
        <p:spPr>
          <a:xfrm rot="18900000">
            <a:off x="-457946" y="19900"/>
            <a:ext cx="1213223" cy="114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16D7EA-1FE8-CB66-151B-B201626C9642}"/>
              </a:ext>
            </a:extLst>
          </p:cNvPr>
          <p:cNvSpPr/>
          <p:nvPr userDrawn="1"/>
        </p:nvSpPr>
        <p:spPr>
          <a:xfrm rot="18900000">
            <a:off x="-305546" y="172300"/>
            <a:ext cx="1213223" cy="114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38CBC7-EA6E-152C-8584-4E3C0547EB46}"/>
              </a:ext>
            </a:extLst>
          </p:cNvPr>
          <p:cNvSpPr/>
          <p:nvPr userDrawn="1"/>
        </p:nvSpPr>
        <p:spPr>
          <a:xfrm rot="18900000">
            <a:off x="-259285" y="327588"/>
            <a:ext cx="1417565" cy="125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670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2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7162-9DB8-9D28-7A4C-65684F0DB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MOMENTUM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27B4E-9EF3-9C78-236D-39EF144F01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MOTORSPORT SIMULATION</a:t>
            </a:r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3C7EE-84B8-F629-1F7C-D067283E429D}"/>
              </a:ext>
            </a:extLst>
          </p:cNvPr>
          <p:cNvSpPr txBox="1"/>
          <p:nvPr/>
        </p:nvSpPr>
        <p:spPr>
          <a:xfrm>
            <a:off x="2330321" y="6180992"/>
            <a:ext cx="7531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A93044"/>
                </a:solidFill>
              </a:rPr>
              <a:t>Eoin Fitzsimons X23151374 BSc (Hons) Computing Software Development</a:t>
            </a:r>
            <a:endParaRPr lang="en-IE" dirty="0">
              <a:solidFill>
                <a:srgbClr val="A930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1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8CFF-8DFF-7F67-4F22-64860B69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CF115-B3AB-F5DF-CD96-0D864B207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b="1" dirty="0"/>
              <a:t>What is Momentum?</a:t>
            </a:r>
            <a:endParaRPr lang="en-IE" dirty="0"/>
          </a:p>
          <a:p>
            <a:pPr lvl="1"/>
            <a:r>
              <a:rPr lang="en-IE" dirty="0"/>
              <a:t>A 2D motorsport race simulation application </a:t>
            </a:r>
          </a:p>
          <a:p>
            <a:pPr lvl="1"/>
            <a:r>
              <a:rPr lang="en-IE" dirty="0"/>
              <a:t>Models races using autonomous driver agents </a:t>
            </a:r>
          </a:p>
          <a:p>
            <a:pPr lvl="1"/>
            <a:r>
              <a:rPr lang="en-IE" dirty="0"/>
              <a:t>Users observe race progression and results </a:t>
            </a:r>
          </a:p>
          <a:p>
            <a:r>
              <a:rPr lang="en-IE" b="1" dirty="0"/>
              <a:t>Target Users</a:t>
            </a:r>
            <a:endParaRPr lang="en-IE" dirty="0"/>
          </a:p>
          <a:p>
            <a:pPr lvl="1"/>
            <a:r>
              <a:rPr lang="en-IE" dirty="0"/>
              <a:t>Motorsport enthusiasts </a:t>
            </a:r>
          </a:p>
          <a:p>
            <a:pPr lvl="1"/>
            <a:r>
              <a:rPr lang="en-IE" dirty="0"/>
              <a:t>Users interested in simulation systems </a:t>
            </a:r>
          </a:p>
          <a:p>
            <a:r>
              <a:rPr lang="en-IE" b="1" dirty="0"/>
              <a:t>Problem Addressed</a:t>
            </a:r>
            <a:endParaRPr lang="en-IE" dirty="0"/>
          </a:p>
          <a:p>
            <a:pPr lvl="1"/>
            <a:r>
              <a:rPr lang="en-IE" dirty="0"/>
              <a:t>Explores how motorsport races can be modelled through software simulation </a:t>
            </a:r>
          </a:p>
          <a:p>
            <a:pPr lvl="1"/>
            <a:r>
              <a:rPr lang="en-IE" dirty="0"/>
              <a:t>Provides an alternative to player-controlled racing applications </a:t>
            </a:r>
          </a:p>
          <a:p>
            <a:r>
              <a:rPr lang="en-IE" b="1" dirty="0"/>
              <a:t>Difference from Existing Applications</a:t>
            </a:r>
            <a:endParaRPr lang="en-IE" dirty="0"/>
          </a:p>
          <a:p>
            <a:pPr lvl="1"/>
            <a:r>
              <a:rPr lang="en-IE" dirty="0"/>
              <a:t>Focuses on race simulation rather than vehicle control </a:t>
            </a:r>
          </a:p>
          <a:p>
            <a:pPr lvl="1"/>
            <a:r>
              <a:rPr lang="en-IE" dirty="0"/>
              <a:t>Uses a lightweight agent-based approach </a:t>
            </a:r>
          </a:p>
          <a:p>
            <a:pPr lvl="1"/>
            <a:r>
              <a:rPr lang="en-IE" dirty="0"/>
              <a:t>Generates track layouts through data-driven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98220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2299-4003-886D-E2B6-0209FD1C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Technologies &amp;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9665F-9842-C896-A051-ED4D14A3C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4328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2758-3F71-DD41-9B98-B4AAEE81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2E34-9B36-3EBF-7912-56426A687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678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F1FB-CBA9-F09A-7F0F-A636A3D3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C85F6-9639-453A-20AA-647B05582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9408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mentum">
      <a:dk1>
        <a:srgbClr val="353839"/>
      </a:dk1>
      <a:lt1>
        <a:srgbClr val="B9F2FF"/>
      </a:lt1>
      <a:dk2>
        <a:srgbClr val="353839"/>
      </a:dk2>
      <a:lt2>
        <a:srgbClr val="F5F5F5"/>
      </a:lt2>
      <a:accent1>
        <a:srgbClr val="B9F2FF"/>
      </a:accent1>
      <a:accent2>
        <a:srgbClr val="DD2D4A"/>
      </a:accent2>
      <a:accent3>
        <a:srgbClr val="228B22"/>
      </a:accent3>
      <a:accent4>
        <a:srgbClr val="DAA520"/>
      </a:accent4>
      <a:accent5>
        <a:srgbClr val="353839"/>
      </a:accent5>
      <a:accent6>
        <a:srgbClr val="F5F5F5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</TotalTime>
  <Words>214</Words>
  <Application>Microsoft Office PowerPoint</Application>
  <PresentationFormat>Widescreen</PresentationFormat>
  <Paragraphs>28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Segoe UI Light</vt:lpstr>
      <vt:lpstr>Segoe UI Semibold</vt:lpstr>
      <vt:lpstr>Office Theme</vt:lpstr>
      <vt:lpstr>MOMENTUM</vt:lpstr>
      <vt:lpstr>Project Overview</vt:lpstr>
      <vt:lpstr>Technologies &amp; Architecture</vt:lpstr>
      <vt:lpstr>Algorithms</vt:lpstr>
      <vt:lpstr>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Eoin Fitzsimons</dc:creator>
  <cp:lastModifiedBy>Eoin Fitzsimons</cp:lastModifiedBy>
  <cp:revision>10</cp:revision>
  <dcterms:created xsi:type="dcterms:W3CDTF">2025-12-04T03:21:51Z</dcterms:created>
  <dcterms:modified xsi:type="dcterms:W3CDTF">2026-08-02T12:04:30Z</dcterms:modified>
</cp:coreProperties>
</file>